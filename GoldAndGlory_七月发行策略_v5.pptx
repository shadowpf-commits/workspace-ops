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011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spc="400" kern="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 ·  PVE  ·  3C升级  ·  UA买量  ·  本地化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22860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“进去抢，活着出来就是你的”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210312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103120"/>
            <a:ext cx="54864" cy="1325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0352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697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54864" cy="13258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6118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611880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0352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4206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3.7分是市场门槛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目标：7月前改善至 3.8–4.0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3832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2057400"/>
            <a:ext cx="1005840" cy="10058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⚔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201168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33832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114800" y="205740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🗺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2900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4526280"/>
            <a:ext cx="2011680" cy="256032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2651760" cy="33832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949440" y="2057400"/>
            <a:ext cx="1005840" cy="10058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🎮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626364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4526280"/>
            <a:ext cx="2011680" cy="256032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核心USP：进去抢，活着出来就是你的（Extraction Shooter独家机制）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883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749808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54864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706624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944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749808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52958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3767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206240"/>
            <a:ext cx="54864" cy="7498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" y="4352544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4590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5902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 · 拉美（北部/南部） · 巴西 — 三大市场，三套叙事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52044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10512"/>
            <a:ext cx="26517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亚洲（印尼/越南）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9933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版本更新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4203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7月大版本上线，所有人一起回归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 | 老玩家：内容更新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6393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1879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版本回来了，内容更多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1280160"/>
            <a:ext cx="2651760" cy="352044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1810512"/>
            <a:ext cx="26517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拉美（CO/MX/AR/CL）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199339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9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南北部全面开放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254203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2900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北部（CO/MX）+ 南部（AR/CL）同步开放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29000" y="309067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北部回归玩家 + 南部新玩家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29000" y="363931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361188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29000" y="418795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361188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2900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终于等到你！南北全面开放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1280160"/>
            <a:ext cx="2651760" cy="352044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45" name="Shape 43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26480" y="1810512"/>
            <a:ext cx="265176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63640" y="199339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6364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254203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服务器回来了，欢迎老玩家回归，新玩家加入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30906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636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老玩家召回为主，新玩家补充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63640" y="363931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8" name="Text 56"/>
          <p:cNvSpPr/>
          <p:nvPr/>
        </p:nvSpPr>
        <p:spPr>
          <a:xfrm>
            <a:off x="644652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6364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老玩家召回侧重点，预算允许下可做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63640" y="4187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1" name="Text 59"/>
          <p:cNvSpPr/>
          <p:nvPr/>
        </p:nvSpPr>
        <p:spPr>
          <a:xfrm>
            <a:off x="644652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636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服务器回来了，你还在吗？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solidFill>
            <a:srgbClr val="FB923C">
              <a:alpha val="1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素材细化（按渠道/格式/受众）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25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Arena实况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325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竞技型玩家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325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 / 以弱胜强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25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15s竖屏×3版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TikTok/YT Reels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764792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764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Arena真人反应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764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开黑翻车集锦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竖屏×2版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17647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03704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PVE实录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新手玩家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203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新手友好 / 通关成就感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203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15-30s版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20370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YT/TikTok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42616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642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3C对比（旧vs新）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642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2642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视觉冲击 / 打击感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642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并排对比视频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6426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YT/FB/买量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081528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081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新英雄展示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3081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技能展示 / 强度分析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10s技能+立绘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0815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YT/KOL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组队开黑片段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社交型玩家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和朋友一起玩的乐趣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竖屏/横版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3520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TikTok/FB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59352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迷因向短剪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泛用户/MZ世代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3959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地牢翻车搞笑集锦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3959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5-10s梗视频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39593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398264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98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玩家UGC二创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920240" y="4398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0" y="43982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官方转发激励扩散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43982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26480" y="43982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社媒矩阵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组队类素材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KOL矩阵（分层 × 宣传点 × CPM）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类型：泛游戏主播为主，不采用纯垂类/Vtuber | OM为主，KOL按需决策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17043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170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17043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170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对应宣传点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70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581912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581912"/>
            <a:ext cx="457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819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KOL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158191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158191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巴西/墨西哥/哥伦比亚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5819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5819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5819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1+2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1581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品牌背书 + 泛用户破圈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21992"/>
            <a:ext cx="8229600" cy="6400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221992"/>
            <a:ext cx="4572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221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KOL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222199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222199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22199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YouTube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22219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222199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221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深度实况 + Arena/PVE体验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62072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2862072"/>
            <a:ext cx="457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8620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KOL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4440" y="286207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65960" y="28620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286207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51960" y="286207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286207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2862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素人口碑 + 真实反应 + Meme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502152"/>
            <a:ext cx="8229600" cy="6400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502152"/>
            <a:ext cx="4572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502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KOL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35021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1万以下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965960" y="35021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全部5国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46120" y="3502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Discord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51960" y="35021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$2–5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74920" y="3502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UGC扩散 + 种子用户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CPM数据来源：G&amp;G印尼历史数据验证（TikTok官方$0.56、YouTube官方$0.29、KOL合作$10-20）；实际CPM因市场/季节浮动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目标市场分层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611880" y="1600200"/>
            <a:ext cx="1920240" cy="1920240"/>
          </a:xfrm>
          <a:prstGeom prst="ellipse">
            <a:avLst/>
          </a:prstGeom>
          <a:solidFill>
            <a:srgbClr val="1A1025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7月同步上线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280160"/>
            <a:ext cx="45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印尼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280160"/>
            <a:ext cx="4572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越南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5176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墨西哥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651760"/>
            <a:ext cx="45720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651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931920"/>
            <a:ext cx="45720" cy="5943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319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哥伦比亚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43891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4389120"/>
            <a:ext cx="45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43891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🇦🇷 阿根廷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39319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3931920"/>
            <a:ext cx="4572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9319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🇨🇱 智利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34747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347472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4747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美国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4892040"/>
            <a:ext cx="457200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亚洲+拉美+美国同步发行，非分批上线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推广时间轴（关键节点）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7680960" cy="91440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96596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评分+本地化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96596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全力投放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rgbClr val="A0A0B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4023360" cy="1783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20040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 3月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本地化完成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广告素材制作（初版）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200400"/>
            <a:ext cx="4023360" cy="1783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3200400"/>
            <a:ext cx="54864" cy="1783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爆发期 7月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T-3: 预告片上线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T日: Mid/Macro KOL同步爆发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T+7: 全渠道买量加投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T+14: BP发售+限量皮肤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11556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115568"/>
            <a:ext cx="17602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105156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年轻用户主力平台 · CPM $0.5-1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20240" y="189280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892808"/>
            <a:ext cx="1257300" cy="2926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1828800"/>
            <a:ext cx="411480" cy="4114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触达面广 · CPM $2-3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UAC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267004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2670048"/>
            <a:ext cx="1005840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60604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Play双覆盖 · CPM $3-5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KOL合作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920240" y="344728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3447288"/>
            <a:ext cx="754380" cy="2926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338328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泛游戏主播为主 · CPM $10-15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ASO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20240" y="422452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920240" y="4224528"/>
            <a:ext cx="251460" cy="292608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4160520"/>
            <a:ext cx="411480" cy="411480"/>
          </a:xfrm>
          <a:prstGeom prst="ellipse">
            <a:avLst/>
          </a:prstGeom>
          <a:solidFill>
            <a:srgbClr val="A0A0B0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里程碑传播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 $10-20）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立即行动项（4–6月）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143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最高优先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325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评分改善（3.7→3.8，目标4.0）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印尼/越南/巴西本地化（6月中前）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KOL名单确认（5月底前）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广告素材制作（6月中前）：Arena实况×3版 / PVE实录 / 3C对比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1143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73152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solidFill>
            <a:srgbClr val="FB923C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重要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606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预约页面开放（6月中）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Discord社区激活（持续）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买量素材制作（TikTok竖屏各2版）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749040"/>
            <a:ext cx="73152" cy="1143000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solidFill>
            <a:srgbClr val="A0A0B0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跟进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68880" y="3840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智利/阿根廷/美国本地化（7月前）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日本市场评估（Q3决策）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KOL正式合作谈判（6月前）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8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2316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确认7月大版本最终上线日期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237744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启动印尼/越南/巴西本地化工作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828800" y="2926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接触首批 Nano + Micro KOL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0" y="347472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 Arena 真机实况素材（第一批）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0" y="4206240"/>
            <a:ext cx="5852160" cy="54864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420624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206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目标：7月爆发期全力冲击下载 + 榜单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- 7月大版本完整发行策略</dc:title>
  <dc:subject>PptxGenJS Presentation</dc:subject>
  <dc:creator>Ops Team</dc:creator>
  <cp:lastModifiedBy>Ops Team</cp:lastModifiedBy>
  <cp:revision>1</cp:revision>
  <dcterms:created xsi:type="dcterms:W3CDTF">2026-04-07T03:32:45Z</dcterms:created>
  <dcterms:modified xsi:type="dcterms:W3CDTF">2026-04-07T03:32:45Z</dcterms:modified>
</cp:coreProperties>
</file>