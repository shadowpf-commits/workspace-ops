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4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7月大版本完整发行策略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UA买量  ·  本地化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7432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069080" cy="13258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103120"/>
            <a:ext cx="4069080" cy="13258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103120"/>
            <a:ext cx="54864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0352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6974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069080" cy="13258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11880"/>
            <a:ext cx="54864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611880"/>
            <a:ext cx="4069080" cy="13258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611880"/>
            <a:ext cx="54864" cy="13258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0352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42062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3832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53"/>
                </a:solidFill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⚔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480560"/>
            <a:ext cx="2011680" cy="274320"/>
          </a:xfrm>
          <a:prstGeom prst="rect">
            <a:avLst/>
          </a:prstGeom>
          <a:solidFill>
            <a:srgbClr val="D4A853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33832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D7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233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20574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🗺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4290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4480560"/>
            <a:ext cx="2011680" cy="274320"/>
          </a:xfrm>
          <a:prstGeom prst="rect">
            <a:avLst/>
          </a:prstGeom>
          <a:solidFill>
            <a:srgbClr val="F5D78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2651760" cy="33832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DC4"/>
                </a:solidFill>
              </a:rPr>
              <a:t>★★★★☆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20574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🎮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62636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46520" y="4480560"/>
            <a:ext cx="2011680" cy="274320"/>
          </a:xfrm>
          <a:prstGeom prst="rect">
            <a:avLst/>
          </a:prstGeom>
          <a:solidFill>
            <a:srgbClr val="4ECDC4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73152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7498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883664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74980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60320"/>
            <a:ext cx="54864" cy="7498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706624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944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9443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74980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83280"/>
            <a:ext cx="54864" cy="7498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529584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37673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206240"/>
            <a:ext cx="54864" cy="7498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352544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8016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4590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5902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 · 拉美（北部/南部） · 巴西 — 三大市场，三套叙事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5204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亚洲（印尼/越南）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9339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版本更新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4203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9067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 | 老玩家：内容更新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3931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18795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版本回来了，内容更多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280160"/>
            <a:ext cx="2651760" cy="35204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拉美（CO/MX/AR/CL）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199339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南北部全面开放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29000" y="254203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2900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309067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363931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29000" y="418795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40" name="Text 38"/>
          <p:cNvSpPr/>
          <p:nvPr/>
        </p:nvSpPr>
        <p:spPr>
          <a:xfrm>
            <a:off x="361188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2900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终于等到你！南北全面开放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1280160"/>
            <a:ext cx="2651760" cy="35204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3" name="Shape 41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63640" y="199339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6364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54203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6364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309067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2" name="Text 50"/>
          <p:cNvSpPr/>
          <p:nvPr/>
        </p:nvSpPr>
        <p:spPr>
          <a:xfrm>
            <a:off x="6446520" y="3017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363931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5" name="Text 53"/>
          <p:cNvSpPr/>
          <p:nvPr/>
        </p:nvSpPr>
        <p:spPr>
          <a:xfrm>
            <a:off x="6446520" y="3566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6364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老玩家召回侧重点，预算允许下可做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4187952"/>
            <a:ext cx="109728" cy="109728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8" name="Text 56"/>
          <p:cNvSpPr/>
          <p:nvPr/>
        </p:nvSpPr>
        <p:spPr>
          <a:xfrm>
            <a:off x="644652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63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服务器回来了，你还在吗？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48920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素材细化（按渠道/格式/受众）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Arena实况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竞技型玩家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 / 以弱胜强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15s竖屏×3版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TikTok/YT Reels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764792"/>
            <a:ext cx="8229600" cy="438912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Arena真人反应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开黑翻车集锦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竖屏×2版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7647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03704"/>
            <a:ext cx="8229600" cy="43891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PVE实录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新手玩家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新手友好 / 通关成就感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15-30s版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20370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YT/TikTok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3C对比（旧vs新）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视觉冲击 / 打击感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并排对比视频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6426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YT/FB/买量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081528"/>
            <a:ext cx="8229600" cy="43891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新英雄展示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技能展示 / 强度分析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10s技能+立绘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0815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YT/KOL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组队开黑片段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社交型玩家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和朋友一起玩的乐趣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竖屏/横版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3520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TikTok/FB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59352"/>
            <a:ext cx="8229600" cy="438912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迷因向短剪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泛用户/MZ世代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地牢翻车搞笑集锦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5-10s梗视频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39593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398264"/>
            <a:ext cx="8229600" cy="438912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玩家UGC二创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官方转发激励扩散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6480" y="43982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社媒矩阵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KOL矩阵（分层 × 宣传点 × CPM）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类型：泛游戏主播为主，不采用纯垂类/Vtuber | OM为主，KOL按需决策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17043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17043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对应宣传点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70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581912"/>
            <a:ext cx="8229600" cy="6400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58191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819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KOL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158191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15819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巴西/墨西哥/哥伦比亚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5819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1+2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1581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品牌背书 + 泛用户破圈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21992"/>
            <a:ext cx="8229600" cy="64008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22199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21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KOL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222199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222199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YouTube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2219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221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深度实况 + Arena/PVE体验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62072"/>
            <a:ext cx="8229600" cy="6400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286207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8620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KOL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286207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65960" y="28620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28620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2862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素人口碑 + 真实反应 + Meme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02152"/>
            <a:ext cx="8229600" cy="640080"/>
          </a:xfrm>
          <a:prstGeom prst="rect">
            <a:avLst/>
          </a:prstGeom>
          <a:solidFill>
            <a:srgbClr val="2E2E4A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502152"/>
            <a:ext cx="4572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502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KOL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35021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1万以下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965960" y="35021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全部5国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Discord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51960" y="35021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UGC扩散 + 种子用户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目标市场分层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3611880" y="1600200"/>
            <a:ext cx="1920240" cy="1920240"/>
          </a:xfrm>
          <a:prstGeom prst="ellipse">
            <a:avLst/>
          </a:prstGeom>
          <a:solidFill>
            <a:srgbClr val="25254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7月同步上线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2801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印尼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2801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越南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墨西哥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65176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9319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哥伦比亚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438912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43891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4389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 阿根廷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93192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39319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 智利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3474720"/>
            <a:ext cx="1234440" cy="5943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3474720"/>
            <a:ext cx="45720" cy="5943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4747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美国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solidFill>
            <a:srgbClr val="D4A853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2860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亚洲+拉美+美国同步发行，非分批上线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推广时间轴（关键节点）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7680960" cy="9144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965960"/>
            <a:ext cx="457200" cy="457200"/>
          </a:xfrm>
          <a:prstGeom prst="ellipse">
            <a:avLst/>
          </a:prstGeom>
          <a:solidFill>
            <a:srgbClr val="F5D78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评分+本地化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素材储备+KOL接触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965960"/>
            <a:ext cx="457200" cy="45720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官宣+预约开放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9659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赛季+内容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4023360" cy="17830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200400"/>
            <a:ext cx="54864" cy="1783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 3月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本地化完成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广告素材制作（初版）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0400"/>
            <a:ext cx="4023360" cy="178308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3200400"/>
            <a:ext cx="54864" cy="1783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爆发期 7月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T-3: 预告片上线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T日: Mid/Macro KOL同步爆发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T+7: 全渠道买量加投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T+14: BP发售+限量皮肤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115568"/>
            <a:ext cx="5029200" cy="29260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115568"/>
            <a:ext cx="1760220" cy="292608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05156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年轻用户主力平台 · CPM $0.5-1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1892808"/>
            <a:ext cx="5029200" cy="29260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892808"/>
            <a:ext cx="1257300" cy="292608"/>
          </a:xfrm>
          <a:prstGeom prst="rect">
            <a:avLst/>
          </a:prstGeom>
          <a:solidFill>
            <a:srgbClr val="F5D78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1828800"/>
            <a:ext cx="411480" cy="411480"/>
          </a:xfrm>
          <a:prstGeom prst="ellipse">
            <a:avLst/>
          </a:prstGeom>
          <a:solidFill>
            <a:srgbClr val="F5D78E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触达面广 · CPM $2-3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UAC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2670048"/>
            <a:ext cx="5029200" cy="29260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2670048"/>
            <a:ext cx="1005840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606040"/>
            <a:ext cx="411480" cy="41148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Play双覆盖 · CPM $3-5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KOL合作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920240" y="3447288"/>
            <a:ext cx="5029200" cy="29260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3447288"/>
            <a:ext cx="754380" cy="2926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3832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泛游戏主播为主 · CPM $10-15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ASO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20240" y="4224528"/>
            <a:ext cx="5029200" cy="292608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0240" y="4224528"/>
            <a:ext cx="251460" cy="292608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160520"/>
            <a:ext cx="411480" cy="41148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里程碑传播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立即行动项（4–6月）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7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1430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143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solidFill>
            <a:srgbClr val="FF6B6B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最高优先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325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印尼/越南/巴西本地化（6月中前）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KOL名单确认（5月底前）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11430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solidFill>
            <a:srgbClr val="FFD700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重要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606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预约页面开放（6月中）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Discord社区激活（持续）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买量素材制作（TikTok竖屏各2版）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749040"/>
            <a:ext cx="73152" cy="1143000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solidFill>
            <a:srgbClr val="A0A0B0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跟进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68880" y="3840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智利/阿根廷/美国本地化（7月前）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日本市场评估（Q3决策）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KOL正式合作谈判（6月前）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D4A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231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确认7月大版本最终上线日期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237744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启动印尼/越南/巴西本地化工作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接触首批 Nano + Micro KOL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411480" cy="41148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 Arena 真机实况素材（第一批）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0" y="4206240"/>
            <a:ext cx="5852160" cy="54864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4206240"/>
            <a:ext cx="73152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06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目标：7月爆发期全力冲击下载 + 榜单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4A85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- 7月大版本完整发行策略</dc:title>
  <dc:subject>PptxGenJS Presentation</dc:subject>
  <dc:creator>Ops Team</dc:creator>
  <cp:lastModifiedBy>Ops Team</cp:lastModifiedBy>
  <cp:revision>1</cp:revision>
  <dcterms:created xsi:type="dcterms:W3CDTF">2026-04-07T03:13:16Z</dcterms:created>
  <dcterms:modified xsi:type="dcterms:W3CDTF">2026-04-07T03:13:16Z</dcterms:modified>
</cp:coreProperties>
</file>