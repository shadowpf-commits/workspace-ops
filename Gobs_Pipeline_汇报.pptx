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645920"/>
            <a:ext cx="73152" cy="1828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Gobs 功能 Pipeline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发行内容制作平台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30天 + 60天 路线图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2026年4月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整体架构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651760" cy="2926080"/>
          </a:xfrm>
          <a:prstGeom prst="rect">
            <a:avLst/>
          </a:prstGeom>
          <a:solidFill>
            <a:srgbClr val="F8FAFC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2651760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数据洞察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游戏声量（接Crawly）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游戏舆情监控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OM获客（暂无）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651760" cy="2926080"/>
          </a:xfrm>
          <a:prstGeom prst="rect">
            <a:avLst/>
          </a:prstGeom>
          <a:solidFill>
            <a:srgbClr val="F8FAFC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005840"/>
            <a:ext cx="2651760" cy="5486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1005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Campaign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29000" y="169164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主动式 Agent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发行方案生成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方案传导到 Action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005840"/>
            <a:ext cx="2651760" cy="2926080"/>
          </a:xfrm>
          <a:prstGeom prst="rect">
            <a:avLst/>
          </a:prstGeom>
          <a:solidFill>
            <a:srgbClr val="F8FAFC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005840"/>
            <a:ext cx="2651760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1005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Action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17920" y="169164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素材生成与分发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水军运营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Ops 相关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01752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CA3AF"/>
                </a:solidFill>
              </a:rPr>
              <a:t>→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80644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CA3AF"/>
                </a:solidFill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1148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前提：进来需要先绑定游戏 | 知识库基于 Andrej Karpathy 工作流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路线图总览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8229600" cy="7315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210312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现在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743200"/>
            <a:ext cx="2651760" cy="2011680"/>
          </a:xfrm>
          <a:prstGeom prst="rect">
            <a:avLst/>
          </a:prstGeom>
          <a:solidFill>
            <a:srgbClr val="10B981">
              <a:alpha val="8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834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0-30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20040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素材生成与分发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水军运营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视频生成粗剪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基础架构搭建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210312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3886200" y="1645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30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46120" y="2743200"/>
            <a:ext cx="2651760" cy="2011680"/>
          </a:xfrm>
          <a:prstGeom prst="rect">
            <a:avLst/>
          </a:prstGeom>
          <a:solidFill>
            <a:srgbClr val="3B82F6">
              <a:alpha val="8000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2834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30-60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320040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数据洞察完善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主动式 Agent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舆情监控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发行方案生成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0" y="210312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1645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60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760720" y="2743200"/>
            <a:ext cx="2651760" cy="2011680"/>
          </a:xfrm>
          <a:prstGeom prst="rect">
            <a:avLst/>
          </a:prstGeom>
          <a:solidFill>
            <a:srgbClr val="8B5CF6">
              <a:alpha val="8000"/>
            </a:srgbClr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2834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60-90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0" y="320040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完整闭环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一键多内容生成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自动化运营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甩脱泰国团队依赖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0-30：当前阶段（建设中）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0" y="182880"/>
            <a:ext cx="182880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0" y="182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当前阶段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4160520" cy="1828800"/>
          </a:xfrm>
          <a:prstGeom prst="rect">
            <a:avLst/>
          </a:prstGeom>
          <a:solidFill>
            <a:srgbClr val="F8FAFC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05840"/>
            <a:ext cx="54864" cy="1828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素材生成与分发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5087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视频内容分析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AI 粗剪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背景音乐匹配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多平台分发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00600" y="1005840"/>
            <a:ext cx="4160520" cy="1828800"/>
          </a:xfrm>
          <a:prstGeom prst="rect">
            <a:avLst/>
          </a:prstGeom>
          <a:solidFill>
            <a:srgbClr val="F8FAFC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1005840"/>
            <a:ext cx="54864" cy="18288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水军运营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15087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社区自动互动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游戏论坛舆情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多账号分发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4160520" cy="1828800"/>
          </a:xfrm>
          <a:prstGeom prst="rect">
            <a:avLst/>
          </a:prstGeom>
          <a:solidFill>
            <a:srgbClr val="F8FAFC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017520"/>
            <a:ext cx="54864" cy="1828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视频生成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52044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角色/场景一致性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Prompt 优化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FFmpeg 预处理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00600" y="3017520"/>
            <a:ext cx="4160520" cy="1828800"/>
          </a:xfrm>
          <a:prstGeom prst="rect">
            <a:avLst/>
          </a:prstGeom>
          <a:solidFill>
            <a:srgbClr val="F8FAFC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3017520"/>
            <a:ext cx="54864" cy="18288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基础设施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83480" y="352044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用户资产隔离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系统稳定性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5-10用户测试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30-60：数据与主动式运营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160520" cy="1828800"/>
          </a:xfrm>
          <a:prstGeom prst="rect">
            <a:avLst/>
          </a:prstGeom>
          <a:solidFill>
            <a:srgbClr val="F8FAFC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54864" cy="1828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数据洞察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5087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接 Crawly 数据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游戏声量分析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竞品素材监控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分渠道舆情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1005840"/>
            <a:ext cx="4160520" cy="1828800"/>
          </a:xfrm>
          <a:prstGeom prst="rect">
            <a:avLst/>
          </a:prstGeom>
          <a:solidFill>
            <a:srgbClr val="F8FAFC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005840"/>
            <a:ext cx="54864" cy="18288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主动式 Agent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15087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发行方案生成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Agent 决策链路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执行与监控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4160520" cy="1828800"/>
          </a:xfrm>
          <a:prstGeom prst="rect">
            <a:avLst/>
          </a:prstGeom>
          <a:solidFill>
            <a:srgbClr val="F8FAFC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017520"/>
            <a:ext cx="54864" cy="18288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舆情监控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352044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官方 Post 产出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水军策略优化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细分主题分析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00600" y="3017520"/>
            <a:ext cx="4160520" cy="1828800"/>
          </a:xfrm>
          <a:prstGeom prst="rect">
            <a:avLst/>
          </a:prstGeom>
          <a:solidFill>
            <a:srgbClr val="F8FAFC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3017520"/>
            <a:ext cx="54864" cy="1828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素材升级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83480" y="352044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角色一致性标准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场景库建立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BGM 自动匹配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60-90：自动化与规模化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160520" cy="1828800"/>
          </a:xfrm>
          <a:prstGeom prst="rect">
            <a:avLst/>
          </a:prstGeom>
          <a:solidFill>
            <a:srgbClr val="F8FAFC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54864" cy="18288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完整闭环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5087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数据→方案→执行全链路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一键多内容生成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多平台自动分发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1005840"/>
            <a:ext cx="4160520" cy="1828800"/>
          </a:xfrm>
          <a:prstGeom prst="rect">
            <a:avLst/>
          </a:prstGeom>
          <a:solidFill>
            <a:srgbClr val="F8FAFC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005840"/>
            <a:ext cx="54864" cy="1828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甩脱依赖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15087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知识库自主化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泰国团队工作流内化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独立运营能力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4160520" cy="1828800"/>
          </a:xfrm>
          <a:prstGeom prst="rect">
            <a:avLst/>
          </a:prstGeom>
          <a:solidFill>
            <a:srgbClr val="F8FAFC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017520"/>
            <a:ext cx="54864" cy="1828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增强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352044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智能客服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问题自动归类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用户调研自动化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00600" y="3017520"/>
            <a:ext cx="4160520" cy="1828800"/>
          </a:xfrm>
          <a:prstGeom prst="rect">
            <a:avLst/>
          </a:prstGeom>
          <a:solidFill>
            <a:srgbClr val="F8FAFC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3017520"/>
            <a:ext cx="54864" cy="1828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扩展 Agent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83480" y="352044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更多 OPS Agent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核心工作流全覆盖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自动化运营体系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技术栈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16052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4160520" cy="457200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模型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Gemini（多模态分析）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Lyria（音乐生成）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1005840"/>
            <a:ext cx="416052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005840"/>
            <a:ext cx="4160520" cy="457200"/>
          </a:xfrm>
          <a:prstGeom prst="rect">
            <a:avLst/>
          </a:prstGeom>
          <a:solidFill>
            <a:srgbClr val="14B8A6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15544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FFmpeg（视频处理）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Crawly（爬虫）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Discord API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Jira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416052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017520"/>
            <a:ext cx="4160520" cy="457200"/>
          </a:xfrm>
          <a:prstGeom prst="rect">
            <a:avLst/>
          </a:prstGeom>
          <a:solidFill>
            <a:srgbClr val="374151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063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35661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Linux 云服务器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Windows 本地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00600" y="3017520"/>
            <a:ext cx="416052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3017520"/>
            <a:ext cx="4160520" cy="457200"/>
          </a:xfrm>
          <a:prstGeom prst="rect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3063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83480" y="35661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Storyboard Studio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Video Editor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Risk Analyst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Action Agent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立即行动项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54864" cy="5943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143000"/>
            <a:ext cx="548640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1430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71600" y="10058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素材生成与分发链路完善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664208"/>
            <a:ext cx="822960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664208"/>
            <a:ext cx="54864" cy="5943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1801368"/>
            <a:ext cx="548640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80136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1664208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水军策略 Agent 训练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322576"/>
            <a:ext cx="822960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322576"/>
            <a:ext cx="54864" cy="5943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2459736"/>
            <a:ext cx="548640" cy="3200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45973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71600" y="2322576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 Crawly 数据源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2980944"/>
            <a:ext cx="822960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2980944"/>
            <a:ext cx="54864" cy="5943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3118104"/>
            <a:ext cx="548640" cy="3200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11810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371600" y="2980944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舆情监控分渠道配置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3639312"/>
            <a:ext cx="822960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3639312"/>
            <a:ext cx="54864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640080" y="3776472"/>
            <a:ext cx="54864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7764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371600" y="3639312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视频生成标准化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7200" y="4297680"/>
            <a:ext cx="822960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4297680"/>
            <a:ext cx="54864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Shape 30"/>
          <p:cNvSpPr/>
          <p:nvPr/>
        </p:nvSpPr>
        <p:spPr>
          <a:xfrm>
            <a:off x="640080" y="4434840"/>
            <a:ext cx="54864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4348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371600" y="429768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用户空间权限隔离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30天内实现素材自动化生产，60天内数据洞察闭环，90天内完全甩脱外部依赖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Gobs功能Pipeline汇报</dc:title>
  <dc:subject>PptxGenJS Presentation</dc:subject>
  <dc:creator>Ops Team</dc:creator>
  <cp:lastModifiedBy>Ops Team</cp:lastModifiedBy>
  <cp:revision>1</cp:revision>
  <dcterms:created xsi:type="dcterms:W3CDTF">2026-04-10T06:05:52Z</dcterms:created>
  <dcterms:modified xsi:type="dcterms:W3CDTF">2026-04-10T06:05:52Z</dcterms:modified>
</cp:coreProperties>
</file>