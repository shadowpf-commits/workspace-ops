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0"/>
            <a:ext cx="73152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Gobs 功能 Pipeline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发行内容制作平台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30天 + 60天 路线图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整体架构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0" y="1645920"/>
            <a:ext cx="2194560" cy="219456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1828800"/>
            <a:ext cx="1828800" cy="18288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840480" y="2011680"/>
            <a:ext cx="1463040" cy="1463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0" y="20116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25603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88720"/>
            <a:ext cx="256032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数据洞察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1965960"/>
            <a:ext cx="365760" cy="36576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🎮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Ingame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1671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接数据后台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365760" cy="36576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游戏声量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807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接Crawly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365760" cy="36576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游戏舆情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447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分渠道监控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OM获客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40873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（暂无）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188720"/>
            <a:ext cx="256032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Action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0" y="192024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素材生成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2221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与分发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0" y="256032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水军运营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92240" y="28620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多账号分发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0" y="320040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E5E7EB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 Live Ops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92240" y="3502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Bug反馈→Jira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0" y="384048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E5E7EB"/>
          </a:solidFill>
          <a:ln/>
        </p:spPr>
      </p:sp>
      <p:sp>
        <p:nvSpPr>
          <p:cNvPr id="41" name="Text 39"/>
          <p:cNvSpPr/>
          <p:nvPr/>
        </p:nvSpPr>
        <p:spPr>
          <a:xfrm>
            <a:off x="649224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产品建议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92240" y="41422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转需求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017520" y="868680"/>
            <a:ext cx="3108960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4" name="Text 42"/>
          <p:cNvSpPr/>
          <p:nvPr/>
        </p:nvSpPr>
        <p:spPr>
          <a:xfrm>
            <a:off x="3017520" y="868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Campaign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017520" y="12618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主动式 Agent · 发行方案生成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926080" y="2788920"/>
            <a:ext cx="9144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4572000" y="1600200"/>
            <a:ext cx="0" cy="41148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03520" y="2788920"/>
            <a:ext cx="9144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2560320" y="4114800"/>
            <a:ext cx="4023360" cy="822960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知识库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560320" y="44988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Andrej Karpathy 工作流 · 进来需先绑定游戏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6576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——→ 数据流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737360" y="4892040"/>
            <a:ext cx="4572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22860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──→ 执行流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566160" y="4892040"/>
            <a:ext cx="4572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路线图总览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8229600" cy="7315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21031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2651760" cy="2011680"/>
          </a:xfrm>
          <a:prstGeom prst="rect">
            <a:avLst/>
          </a:prstGeom>
          <a:solidFill>
            <a:srgbClr val="10B981">
              <a:alpha val="8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34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0-30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素材生成与分发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水军运营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视频生成粗剪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基础架构搭建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2103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88620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6120" y="2743200"/>
            <a:ext cx="2651760" cy="2011680"/>
          </a:xfrm>
          <a:prstGeom prst="rect">
            <a:avLst/>
          </a:prstGeom>
          <a:solidFill>
            <a:srgbClr val="3B82F6">
              <a:alpha val="8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834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30-60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200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数据洞察完善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主动式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舆情监控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发行方案生成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21031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60720" y="2743200"/>
            <a:ext cx="2651760" cy="2011680"/>
          </a:xfrm>
          <a:prstGeom prst="rect">
            <a:avLst/>
          </a:prstGeom>
          <a:solidFill>
            <a:srgbClr val="8B5CF6">
              <a:alpha val="8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834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60-90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3200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完整闭环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一键多内容生成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自动化运营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甩脱依赖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0-30：当前阶段（建设中）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"/>
            <a:ext cx="18288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182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当前阶段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素材生成与分发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视频内容分析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AI 粗剪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背景音乐匹配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多平台分发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005840"/>
            <a:ext cx="54864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水军运营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社区自动互动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游戏论坛舆情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多账号分发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1752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视频生成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角色/场景一致性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Prompt 优化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FFmpeg 预处理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3017520"/>
            <a:ext cx="54864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35204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用户资产隔离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系统稳定性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5-10用户测试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30-60：数据与主动式运营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数据洞察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接 Crawly 数据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游戏声量分析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竞品素材监控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分渠道舆情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005840"/>
            <a:ext cx="54864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主动式 Agent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508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发行方案生成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Agent 决策链路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执行与监控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54864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舆情监控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官方 Post 产出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水军策略优化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细分主题分析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01752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017520"/>
            <a:ext cx="54864" cy="1828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素材升级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5204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角色一致性标准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场景库建立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BGM 自动匹配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60-90：自动化与规模化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完整闭环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数据→方案→执行全链路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一键多内容生成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多平台自动分发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005840"/>
            <a:ext cx="54864" cy="1828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甩脱依赖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508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知识库自主化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泰国团队工作流内化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独立运营能力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增强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智能客服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问题自动归类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用户调研自动化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01752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01752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 Agent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5204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更多 OPS Agent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核心工作流全覆盖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自动化运营体系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6052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4160520" cy="4572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模型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Gemini（多模态分析）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Lyria（音乐生成）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16052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005840"/>
            <a:ext cx="4160520" cy="457200"/>
          </a:xfrm>
          <a:prstGeom prst="rect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5544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FFmpeg（视频处理）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Crawly（爬虫）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Discord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Jira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16052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4160520" cy="457200"/>
          </a:xfrm>
          <a:prstGeom prst="rect">
            <a:avLst/>
          </a:prstGeom>
          <a:solidFill>
            <a:srgbClr val="374151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Linux 云服务器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Windows 本地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017520"/>
            <a:ext cx="416052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017520"/>
            <a:ext cx="4160520" cy="457200"/>
          </a:xfrm>
          <a:prstGeom prst="rect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5661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Storyboard Studio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Video Editor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 Analyst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Action Agent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立即行动项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143000"/>
            <a:ext cx="54864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43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10058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素材生成与分发链路完善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822960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664208"/>
            <a:ext cx="54864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1801368"/>
            <a:ext cx="54864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8013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166420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水军策略 Agent 训练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22576"/>
            <a:ext cx="822960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322576"/>
            <a:ext cx="54864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459736"/>
            <a:ext cx="54864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597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2322576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 Crawly 数据源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980944"/>
            <a:ext cx="822960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980944"/>
            <a:ext cx="54864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118104"/>
            <a:ext cx="54864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1810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2980944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舆情监控分渠道配置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639312"/>
            <a:ext cx="822960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639312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3776472"/>
            <a:ext cx="5486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7764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71600" y="363931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视频生成标准化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29768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" y="4434840"/>
            <a:ext cx="5486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434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71600" y="42976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用户空间权限隔离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30天内实现素材自动化生产，60天内数据洞察闭环，90天内完全甩脱外部依赖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Gobs功能Pipeline汇报</dc:title>
  <dc:subject>PptxGenJS Presentation</dc:subject>
  <dc:creator>Ops Team</dc:creator>
  <cp:lastModifiedBy>Ops Team</cp:lastModifiedBy>
  <cp:revision>1</cp:revision>
  <dcterms:created xsi:type="dcterms:W3CDTF">2026-04-10T06:47:29Z</dcterms:created>
  <dcterms:modified xsi:type="dcterms:W3CDTF">2026-04-10T06:47:29Z</dcterms:modified>
</cp:coreProperties>
</file>