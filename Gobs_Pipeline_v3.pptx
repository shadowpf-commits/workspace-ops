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54864" cy="18288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 功能 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发行内容制作平台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30天 + 60天 路线图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29200"/>
            <a:ext cx="9144000" cy="91440"/>
          </a:xfrm>
          <a:prstGeom prst="rect">
            <a:avLst/>
          </a:prstGeom>
          <a:solidFill>
            <a:srgbClr val="1A1A1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我们最终成为什么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F5F5F5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愿景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一个基于 AI 的自动化发行平台：输入知识库，输出一键可执行的完整发行方案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286000"/>
            <a:ext cx="26517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结构化知识库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Andrej Karpathy 工作流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项目材料 → 冷启动 → 知识积累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Agent 网络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971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 / 执行 / 监控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多类型 Agent 协同工作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286000"/>
            <a:ext cx="26517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一键输出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29718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Plan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Plan / Event Plan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 建设计划等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017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AAAA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064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AAAA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我们目前在哪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建设中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840480" y="1828800"/>
            <a:ext cx="1463040" cy="146304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0" y="18288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25603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数据洞察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游戏声量（爬虫）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游戏舆情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Ingame数据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OM获客（暂无）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56032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0" y="1188720"/>
            <a:ext cx="25603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887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Action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55080" y="1828800"/>
            <a:ext cx="2286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素材生成与分发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水军运营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Community Plan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Budget Plan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Event Plan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KOC建设计划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1A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3017520" y="868680"/>
            <a:ext cx="310896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868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Campaign（规划中）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当前重点：素材生成与分发 + 水军运营（已投入使用）| 进来需先绑定游戏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路线图总览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8229600" cy="54864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6" name="Shape 4"/>
          <p:cNvSpPr/>
          <p:nvPr/>
        </p:nvSpPr>
        <p:spPr>
          <a:xfrm>
            <a:off x="1188720" y="2103120"/>
            <a:ext cx="457200" cy="45720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23774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验证：AOV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水军投入使用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素材生成与分发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水军运营上线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视频粗剪完成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210312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70332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4月底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83280" y="2743200"/>
            <a:ext cx="2377440" cy="2103120"/>
          </a:xfrm>
          <a:prstGeom prst="rect">
            <a:avLst/>
          </a:prstGeom>
          <a:solidFill>
            <a:srgbClr val="F5F5F5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6月底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200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验证：GNG泰国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独立发行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数据洞察完善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主动式Agent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98080" y="2103120"/>
            <a:ext cx="457200" cy="45720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6月底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743200"/>
            <a:ext cx="237744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年底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2004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验证：孵化项目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全流程独立发行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完整闭环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一键多内容生成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甩脱依赖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0-30：当前阶段进度（4月底目标）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38404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前20天：已完成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视频内容分析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粗剪流程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背景音乐匹配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素材分发基础框架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水军运营策略设计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用户资产隔离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4023360" cy="384048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960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后10天：到4月底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视频生成标准化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角色/场景一致性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水军 Agent 上线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系统稳定性测试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 FFmpeg 预处理优化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30-60：6月底目标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0" y="182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高亮=本期完成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2560320" cy="2194560"/>
          </a:xfrm>
          <a:prstGeom prst="rect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数据洞察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爬虫接入 ✓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声量分析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舆情监控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分渠道配置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657600" y="1371600"/>
            <a:ext cx="1828800" cy="18288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Gobs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0" y="1828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5603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97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输出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6459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Community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Budget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Event Plan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KOC建设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⏭ 本期不重点：视频产出、水军运营（已上线，持续运行）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2697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数据洞察：爬虫数据接入 / 声量/舆情分析 / ST API数据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4297680"/>
            <a:ext cx="2697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主动式Agent：发行方案生成 / 决策链路 / 执行监控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297680"/>
            <a:ext cx="2697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29768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Community：Post计划 / 内容需求 / KOL/KOC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一年计划：90天详细路线（到6月底）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结构化知识库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Karpathy工作流 · GNG材料冷启动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进行中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0058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3" name="Text 11"/>
          <p:cNvSpPr/>
          <p:nvPr/>
        </p:nvSpPr>
        <p:spPr>
          <a:xfrm>
            <a:off x="324612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GNG发行知识库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600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OM创意/预算/出价 · Community计划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Influencer(KOL/KOC) · 方案质量≥80%人工标准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200400"/>
            <a:ext cx="2377440" cy="274320"/>
          </a:xfrm>
          <a:prstGeom prst="rect">
            <a:avLst/>
          </a:prstGeom>
          <a:solidFill>
            <a:srgbClr val="666666">
              <a:alpha val="1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51760" cy="2560320"/>
          </a:xfrm>
          <a:prstGeom prst="rect">
            <a:avLst/>
          </a:prstGeom>
          <a:solidFill>
            <a:srgbClr val="FFFFFF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更多Action Agent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60020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Community内容Post Agent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日报/周报Agent（含Latte/社交/ST API数据）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3200400"/>
            <a:ext cx="2377440" cy="274320"/>
          </a:xfrm>
          <a:prstGeom prst="rect">
            <a:avLst/>
          </a:prstGeom>
          <a:solidFill>
            <a:srgbClr val="666666">
              <a:alpha val="1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规划中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1752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80644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AAAA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Agent List 扩展：覆盖规划/决策/执行/监控关键节点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年底目标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0233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功能完成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P1/P2 功能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发行能力更健壮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 Skills + MD 复用到更多产品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02336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6666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05840"/>
            <a:ext cx="4023360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0058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AI 优化思考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用户离研发更近：智能客服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研发离用户更近：Agent美化问题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分发给不同用户群收集反馈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731520"/>
          </a:xfrm>
          <a:prstGeom prst="rect">
            <a:avLst/>
          </a:prstGeom>
          <a:solidFill>
            <a:srgbClr val="F5F5F5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孵化项目：一个产品全流程独立发行验证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04672"/>
            <a:ext cx="914400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立即行动项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15568"/>
            <a:ext cx="54864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155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0058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视频生成标准化 + 角色一致性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645920"/>
            <a:ext cx="54864" cy="5486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755648"/>
            <a:ext cx="548640" cy="3200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7556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16459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水军 Agent 训练 + 上线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286000"/>
            <a:ext cx="54864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395728"/>
            <a:ext cx="548640" cy="3200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3957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22860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爬虫接入 + 声量分析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26080"/>
            <a:ext cx="54864" cy="5486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" y="3035808"/>
            <a:ext cx="548640" cy="32004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0358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2926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舆情监控分渠道配置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566160"/>
            <a:ext cx="54864" cy="54864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7" name="Shape 25"/>
          <p:cNvSpPr/>
          <p:nvPr/>
        </p:nvSpPr>
        <p:spPr>
          <a:xfrm>
            <a:off x="640080" y="3675888"/>
            <a:ext cx="548640" cy="32004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6758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71600" y="3566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系统稳定性测试（5-10用户）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206240"/>
            <a:ext cx="54864" cy="54864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4315968"/>
            <a:ext cx="548640" cy="320040"/>
          </a:xfrm>
          <a:prstGeom prst="rect">
            <a:avLst/>
          </a:prstGeom>
          <a:solidFill>
            <a:srgbClr val="AAAAAA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3159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371600" y="42062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用户空间权限隔离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4月底AOV验证 → 6月底GNG泰国独立发行 → 年底完整独立发行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Gobs功能Pipeline汇报</dc:title>
  <dc:subject>PptxGenJS Presentation</dc:subject>
  <dc:creator>Ops Team</dc:creator>
  <cp:lastModifiedBy>Ops Team</cp:lastModifiedBy>
  <cp:revision>1</cp:revision>
  <dcterms:created xsi:type="dcterms:W3CDTF">2026-04-10T07:16:56Z</dcterms:created>
  <dcterms:modified xsi:type="dcterms:W3CDTF">2026-04-10T07:16:56Z</dcterms:modified>
</cp:coreProperties>
</file>