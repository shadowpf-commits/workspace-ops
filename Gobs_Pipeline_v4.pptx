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274320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371600"/>
            <a:ext cx="274320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840480"/>
            <a:ext cx="182880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3840480"/>
            <a:ext cx="182880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4592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Gobs 功能 Pipeline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发行内容制作平台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201168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30天 + 60天 路线图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505206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我们最终成为什么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solidFill>
            <a:srgbClr val="1A1A1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601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愿景：一个基于 AI 的自动化发行平台，输入知识库，输出一键可执行的完整发行方案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2194560"/>
            <a:ext cx="1371600" cy="13716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286000"/>
            <a:ext cx="2651760" cy="2377440"/>
          </a:xfrm>
          <a:prstGeom prst="rect">
            <a:avLst/>
          </a:prstGeom>
          <a:solidFill>
            <a:srgbClr val="1A1A1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86000"/>
            <a:ext cx="265176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结构化知识库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9718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Karpathy 工作流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项目材料 → 冷启动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知识积累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86200" y="2194560"/>
            <a:ext cx="1371600" cy="13716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2286000"/>
            <a:ext cx="2651760" cy="2377440"/>
          </a:xfrm>
          <a:prstGeom prst="rect">
            <a:avLst/>
          </a:prstGeom>
          <a:solidFill>
            <a:srgbClr val="1A1A1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2286000"/>
            <a:ext cx="265176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Agent 网络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9718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 / 执行 / 监控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多类型 Agent 协同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自动化工作流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2194560"/>
            <a:ext cx="1371600" cy="137160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2286000"/>
            <a:ext cx="2651760" cy="2377440"/>
          </a:xfrm>
          <a:prstGeom prst="rect">
            <a:avLst/>
          </a:prstGeom>
          <a:solidFill>
            <a:srgbClr val="1A1A1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286000"/>
            <a:ext cx="265176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一键输出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29718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Plan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Budget/Event Plan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 建设计划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</a:rPr>
              <a:t>→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80644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0B981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我们目前在哪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0" y="182880"/>
            <a:ext cx="137160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0" y="182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建设中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2468880" cy="292608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2468880" cy="50292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051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数据洞察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6916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游戏声量（爬虫）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游戏舆情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Ingame数据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OM获客（暂无）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21945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21488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3B82F6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566160" y="1645920"/>
            <a:ext cx="2011680" cy="20116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16459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77840" y="21488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0B981"/>
                </a:solidFill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852160" y="21945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1051560"/>
            <a:ext cx="2468880" cy="2926080"/>
          </a:xfrm>
          <a:prstGeom prst="rect">
            <a:avLst/>
          </a:prstGeom>
          <a:solidFill>
            <a:srgbClr val="1A1A1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051560"/>
            <a:ext cx="246888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051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Action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16916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素材生成与分发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水军运营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Community Plan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Budget Plan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Event Plan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KOC建设计划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17520" y="868680"/>
            <a:ext cx="3108960" cy="594360"/>
          </a:xfrm>
          <a:prstGeom prst="rect">
            <a:avLst/>
          </a:prstGeom>
          <a:solidFill>
            <a:srgbClr val="44444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868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Campaign（规划中）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当前重点：素材生成与分发 + 水军运营（已投入使用）| 进来需先绑定游戏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路线图总览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5486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21031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377440" cy="2103120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4月底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验证：AOV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水军投入使用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素材生成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水军运营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视频粗剪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2103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1600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4月底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83280" y="2743200"/>
            <a:ext cx="2377440" cy="2103120"/>
          </a:xfrm>
          <a:prstGeom prst="rect">
            <a:avLst/>
          </a:prstGeom>
          <a:solidFill>
            <a:srgbClr val="1A1A1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6月底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32004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验证：GNG泰国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独立发行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数据洞察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主动式Agent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舆情监控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98080" y="2103120"/>
            <a:ext cx="457200" cy="457200"/>
          </a:xfrm>
          <a:prstGeom prst="ellipse">
            <a:avLst/>
          </a:prstGeom>
          <a:solidFill>
            <a:srgbClr val="44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600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6月底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2743200"/>
            <a:ext cx="2377440" cy="210312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32004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验证：孵化项目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全流程独立发行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完整闭环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一键生成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甩脱依赖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0-30：当前阶段进度（4月底目标）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023360" cy="3840480"/>
          </a:xfrm>
          <a:prstGeom prst="rect">
            <a:avLst/>
          </a:prstGeom>
          <a:solidFill>
            <a:srgbClr val="1A1A1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60120"/>
            <a:ext cx="402336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60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前20天：已完成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459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600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视频内容分析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19456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488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03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粗剪流程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69748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517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606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背景音乐匹配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20040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546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108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素材分发基础框架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7033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576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611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水军运营策略设计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20624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1605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4114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用户资产隔离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960120"/>
            <a:ext cx="4023360" cy="3840480"/>
          </a:xfrm>
          <a:prstGeom prst="rect">
            <a:avLst/>
          </a:prstGeom>
          <a:solidFill>
            <a:srgbClr val="1A1A1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960120"/>
            <a:ext cx="402336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960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后10天：到4月底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1691640"/>
            <a:ext cx="228600" cy="228600"/>
          </a:xfrm>
          <a:prstGeom prst="ellipse">
            <a:avLst/>
          </a:prstGeom>
          <a:solidFill>
            <a:srgbClr val="44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16459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1600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视频生成标准化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2194560"/>
            <a:ext cx="228600" cy="228600"/>
          </a:xfrm>
          <a:prstGeom prst="ellipse">
            <a:avLst/>
          </a:prstGeom>
          <a:solidFill>
            <a:srgbClr val="44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1488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☐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12080" y="2103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角色/场景一致性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2697480"/>
            <a:ext cx="228600" cy="228600"/>
          </a:xfrm>
          <a:prstGeom prst="ellipse">
            <a:avLst/>
          </a:prstGeom>
          <a:solidFill>
            <a:srgbClr val="44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6517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☐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12080" y="2606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水军 Agent 上线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846320" y="3200400"/>
            <a:ext cx="228600" cy="228600"/>
          </a:xfrm>
          <a:prstGeom prst="ellipse">
            <a:avLst/>
          </a:prstGeom>
          <a:solidFill>
            <a:srgbClr val="44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1546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☐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12080" y="3108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系统稳定性测试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846320" y="3703320"/>
            <a:ext cx="228600" cy="228600"/>
          </a:xfrm>
          <a:prstGeom prst="ellipse">
            <a:avLst/>
          </a:prstGeom>
          <a:solidFill>
            <a:srgbClr val="44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36576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☐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12080" y="3611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FFmpeg 预处理优化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30-60：6月底目标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0" y="182880"/>
            <a:ext cx="182880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182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高亮=本期完成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2468880" cy="2286000"/>
          </a:xfrm>
          <a:prstGeom prst="rect">
            <a:avLst/>
          </a:prstGeom>
          <a:solidFill>
            <a:srgbClr val="1A1A1A"/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51560"/>
            <a:ext cx="246888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051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数据洞察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6002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爬虫接入 ✓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声量分析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舆情监控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分渠道配置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1371600"/>
            <a:ext cx="2011680" cy="20116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749040" y="1554480"/>
            <a:ext cx="1645920" cy="1645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3716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34640" y="2011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B82F6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77840" y="2011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B82F6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09360" y="1051560"/>
            <a:ext cx="2468880" cy="2286000"/>
          </a:xfrm>
          <a:prstGeom prst="rect">
            <a:avLst/>
          </a:prstGeom>
          <a:solidFill>
            <a:srgbClr val="1A1A1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051560"/>
            <a:ext cx="246888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051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输出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16002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Community Plan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Budget Plan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Event Plan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KOC建设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520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⏭ 本期不重点：视频产出、水军运营（已上线，持续运行）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269748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2062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数据洞察：爬虫/声量/舆情/ST API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4206240"/>
            <a:ext cx="269748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42062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主动式Agent：发行方案/决策/执行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4206240"/>
            <a:ext cx="269748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42062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Community：Post计划/KOL/KOC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一年计划：90天详细路线（到6月底）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97280" y="2011680"/>
            <a:ext cx="1371600" cy="109728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103120"/>
            <a:ext cx="2651760" cy="2377440"/>
          </a:xfrm>
          <a:prstGeom prst="rect">
            <a:avLst/>
          </a:prstGeom>
          <a:solidFill>
            <a:srgbClr val="1A1A1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03120"/>
            <a:ext cx="265176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03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结构化知识库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Karpathy工作流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GNG材料冷启动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4160520"/>
            <a:ext cx="2377440" cy="256032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4160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进行中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86200" y="2011680"/>
            <a:ext cx="1371600" cy="109728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2103120"/>
            <a:ext cx="2651760" cy="2377440"/>
          </a:xfrm>
          <a:prstGeom prst="rect">
            <a:avLst/>
          </a:prstGeom>
          <a:solidFill>
            <a:srgbClr val="1A1A1A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2103120"/>
            <a:ext cx="265176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2103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GNG发行知识库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6974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OM创意/预算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Community/Influencer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方案质量≥80%人工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4160520"/>
            <a:ext cx="2377440" cy="256032"/>
          </a:xfrm>
          <a:prstGeom prst="rect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4160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规划中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2011680"/>
            <a:ext cx="1371600" cy="109728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0" y="2103120"/>
            <a:ext cx="2651760" cy="2377440"/>
          </a:xfrm>
          <a:prstGeom prst="rect">
            <a:avLst/>
          </a:prstGeom>
          <a:solidFill>
            <a:srgbClr val="1A1A1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2103120"/>
            <a:ext cx="265176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2103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更多Action Agent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72200" y="26974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Post Agent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日报/周报Agent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Latte/社交/ST API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4160520"/>
            <a:ext cx="2377440" cy="256032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4160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01752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44444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8064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44444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Agent List 扩展：覆盖规划/决策/执行/监控关键节点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年底目标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2377440"/>
          </a:xfrm>
          <a:prstGeom prst="rect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40233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 功能完成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 P1/P2 功能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发行能力更健壮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+ MD 复用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2377440"/>
          </a:xfrm>
          <a:prstGeom prst="rect">
            <a:avLst/>
          </a:prstGeom>
          <a:solidFill>
            <a:srgbClr val="1A1A1A"/>
          </a:solidFill>
          <a:ln w="25400">
            <a:solidFill>
              <a:srgbClr val="888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05840"/>
            <a:ext cx="4023360" cy="54864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0058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AI 优化思考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用户离研发更近：智能客服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研发离用户更近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美化问题收集反馈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8229600" cy="731520"/>
          </a:xfrm>
          <a:prstGeom prst="rect">
            <a:avLst/>
          </a:prstGeom>
          <a:solidFill>
            <a:srgbClr val="3B82F6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11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孵化项目：一个产品全流程独立发行验证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立即行动项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15568"/>
            <a:ext cx="548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155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0058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视频生成标准化 + 角色一致性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45920"/>
            <a:ext cx="54864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755648"/>
            <a:ext cx="5486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556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1645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水军 Agent 训练 + 上线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286000"/>
            <a:ext cx="54864" cy="54864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2395728"/>
            <a:ext cx="548640" cy="32004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3957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22860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爬虫接入 + 声量分析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926080"/>
            <a:ext cx="54864" cy="54864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035808"/>
            <a:ext cx="548640" cy="32004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0358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71600" y="2926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舆情监控分渠道配置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566160"/>
            <a:ext cx="54864" cy="54864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3675888"/>
            <a:ext cx="548640" cy="32004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6758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71600" y="3566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系统稳定性测试（5-10用户）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4206240"/>
            <a:ext cx="54864" cy="54864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" y="4315968"/>
            <a:ext cx="548640" cy="32004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3159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371600" y="42062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用户空间权限隔离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4月底AOV验证 → 6月底GNG泰国独立发行 → 年底完整独立发行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Gobs功能Pipeline汇报</dc:title>
  <dc:subject>PptxGenJS Presentation</dc:subject>
  <dc:creator>Ops Team</dc:creator>
  <cp:lastModifiedBy>Ops Team</cp:lastModifiedBy>
  <cp:revision>1</cp:revision>
  <dcterms:created xsi:type="dcterms:W3CDTF">2026-04-10T07:21:25Z</dcterms:created>
  <dcterms:modified xsi:type="dcterms:W3CDTF">2026-04-10T07:21:25Z</dcterms:modified>
</cp:coreProperties>
</file>