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AND GLORY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7月大版本完整发行策略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0" y="310896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· PVE · 3C升级 · UA买量 · 本地化  |  2026年4月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产品核心定位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"进去抢，活着出来就是你的"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G&amp;G 核心 USP，Mobile Extraction Shooter 独家机制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137160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产品定位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5–15分钟快节奏单局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赛季制 + 英雄收集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端独家 Extraction Shooter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31920" cy="137160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当前状态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评分：3.7 ⚠️  → 7月前目标 4.0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已测试：墨西哥、哥伦比亚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服务器：4–6月停服维护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7月大版本发布在即（测试阶段，非正式上线）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测试阶段，预算有限。OM为主 + 精准买量，不走大水漫灌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7月大版本 — 三大内容支柱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按营销价值排序（来自 ua-campaign 素材转化框架）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216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★★★★★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4904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6E3"/>
                </a:solidFill>
              </a:rPr>
              <a:t>🏟️ 竞技场 Arena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8013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PVP核心玩法，天梯/排名，可做大量内容素材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00253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天梯冲分 / 以弱胜强 / 公平竞技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0" y="1490472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14904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最高价值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468880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★★★★☆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724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6E3"/>
                </a:solidFill>
              </a:rPr>
              <a:t>🗺️ PVE 模式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0358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降低门槛，留存友好，适合新手叙事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23697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新手友好 / 通关成就感 / 组队副本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2724912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7249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留存利器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11880"/>
            <a:ext cx="7315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703320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★★★★☆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9593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6E3"/>
                </a:solidFill>
              </a:rPr>
              <a:t>🎮 3C 核心升级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42702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Control + Camera + Character 整体升级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447141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易用性 · 操作性 · 打击感 · 策略性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0" y="3959352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39593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核心质变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素材方向：Arena实况 &gt; PVE体验 &gt; 3C对比（按转化率排列）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区域差异化宣传策略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60"/>
                </a:solidFill>
              </a:rPr>
              <a:t>亚洲 · 拉美（北部/南部） · 巴西 — 三大市场，三套叙事（来自 intl-expansion 框架）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97480" cy="37490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69748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🌏 亚洲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 / 越南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性质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20116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版本更新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468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核心口径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7月大版本上线，所有人一起回归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受众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32918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新玩家：上手容易 | 老玩家：内容更新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3749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KOL策略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按需，OM为主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143000"/>
            <a:ext cx="2697480" cy="37490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143000"/>
            <a:ext cx="269748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🌎 拉美全面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1463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/ MX / AR / CL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1568" y="1828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性质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01568" y="20116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南北部同时开放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01568" y="2468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核心口径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01568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北部+南部同步开放，回应南部玩家抱怨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受众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01568" y="32918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北部回归玩家 + 南部新玩家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01568" y="3749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KOL策略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01568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按需，OM为主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143000"/>
            <a:ext cx="2697480" cy="37490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143000"/>
            <a:ext cx="269748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🇧🇷 巴西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1463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时隔1年首次开服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36208" y="1828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性质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36208" y="20116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服务器回归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36208" y="2468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核心口径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36208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服务器回来了，欢迎回来 + 欢迎新玩家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36208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受众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36208" y="32918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老玩家召回为主，新玩家补充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36208" y="3749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KOL策略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36208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老玩家召回侧重，预算允许可做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非正式上线（测试阶段），预算有限。OM为主，KOL/KOC按区域单独评估后决策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 买量策略总览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60"/>
                </a:solidFill>
              </a:rPr>
              <a:t>基于 ua-campaign skill 框架 | 测试阶段预算有限，精准投放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21945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预算分配（月度）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OM（有机内容）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5727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50%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572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CPM ≈ $0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901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TikTok 付费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901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25%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1901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CPM $0.5-1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231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YouTube 付费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23113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10%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22311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CPM $0.29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KOL合作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10%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CPM $10-15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28895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机动/测试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8895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8895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097280"/>
            <a:ext cx="3931920" cy="21945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渠道CPI参考（来自G&amp;G印尼数据）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</a:rPr>
              <a:t>Apple Search Ads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15727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$1–3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35240" y="15727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高意向用户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19751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</a:rPr>
              <a:t>Google UAC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1975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$0.5–2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35240" y="19751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Android broad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2377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</a:rPr>
              <a:t>TikTok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2377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$0.5–3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2377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年轻用户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27797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</a:rPr>
              <a:t>Meta (FB/IG)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27797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$1–4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35240" y="27797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触达面广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429000"/>
            <a:ext cx="8229600" cy="15087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转化漏斗 &amp; 目标指标（ua-campaign 框架）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Impressions → Taps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4028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CTR &gt; 3% (TikTok) / &gt; 1% (Meta)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8620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控制无效曝光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Taps → Installs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5508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CVR &gt; 20% (TikTok) / &gt; 15% (Meta)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0100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优化落地页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Installs → Activations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4028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CPI &lt; $3 (SEA)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8620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优先目标市场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0916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D7 Retention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5508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&gt; 30%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0100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验证用户质量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 UA 投放策略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60"/>
                </a:solidFill>
              </a:rPr>
              <a:t>主力渠道 · CPM $0.5-1 · 印尼市场验证效率最高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Campaign 结构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→ Campaign 1: CBO — 宽定向，预算集中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→ Ad Set 1: 印尼 18-24 男性，兴趣：游戏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020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→ Ad Set 2: 印尼 18-30，兴趣：BR/竞技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2768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→ Ad Set 3: 越南/巴西 18-30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532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→ Creative Test: 视频A/B/C 各3个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出价策略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5361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测试期（首2周）：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536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自动出价，积累数据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18562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稳定期：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1856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Target CPI $2-3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1762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扩量期：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2176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CBO优先，保留表现好的Ad Set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4963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负向排除：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24963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排除已安装用户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1828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154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TikTok 创意规范（来自 G&amp;G 历史数据验证）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4930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• Hook 前3秒：地牢开门 / 装备展示 / PVP击杀特效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7673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• 格式：9:16 竖屏，15-30秒，Mute-first（无声也能理解）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0416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• CTA：App Store badge + "免费下载"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43159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• 避免：太宣传腔；优选：真实游戏片段 + 素人反应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5902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• A/B测试：实况类 vs 迷因类 vs 情感召回类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 / Meta / Google UAC 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97480" cy="7315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📺 YouTube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</a:rPr>
              <a:t>CPM参考: $0.29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预热视频（30秒）：Arena预告 / PVE实录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Target CPI：$1.5-3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格式：Non-skippable + TrueView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地区：印尼/越南/巴西/拉美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914400"/>
            <a:ext cx="2697480" cy="73152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51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Meta (FB/IG)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4173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77F2"/>
                </a:solidFill>
              </a:rPr>
              <a:t>CPM参考: $2-3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1568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Lookalike受众（1%相似），重定向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01568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素材：竖屏视频 / 轮播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01568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CBO结构，测试兴趣定向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01568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Instagram Stories + Reels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14400"/>
            <a:ext cx="2697480" cy="7315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051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Google UAC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14173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285F4"/>
                </a:solidFill>
              </a:rPr>
              <a:t>CPM参考: $0.5-2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全渠道覆盖：Search + Display + YouTube + Play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36208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资产：4套文案 + 20张图 + 5视频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36208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Target CPA：$3-5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36208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自动化优先，人工微调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Google UAC 自动化强，适合预算有限阶段；Meta 适合精准再营销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KOL 矩阵（分层 × CPM）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60"/>
                </a:solidFill>
              </a:rPr>
              <a:t>类型：泛游戏主播（General Gaming）| OM为主，KOL按需决策 | 不采用纯垂类/Vtuber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01168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Macro KOL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粉丝量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100万+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176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市场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23591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巴西/墨西哥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平台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48640" y="27980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YouTube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3054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D060"/>
                </a:solidFill>
              </a:rPr>
              <a:t>CPM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8640" y="3236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$10-15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宣传点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3675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Pillar 1+2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切入角度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品牌背书 + 泛用户破圈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头部泛游戏，BR/LATAM为主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0604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06040" y="1097280"/>
            <a:ext cx="201168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 KOL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9748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粉丝量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97480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10-100万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97480" y="2176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市场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97480" y="23591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印尼/越南/巴西/墨西哥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97480" y="26151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平台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697480" y="27980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TikTok+YT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97480" y="3054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D060"/>
                </a:solidFill>
              </a:rPr>
              <a:t>CPM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97480" y="3236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$8-12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97480" y="34930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宣传点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697480" y="3675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全部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9748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切入角度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697480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深度实况 + Arena/PVE体验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69748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泛游戏实况，TikTok原生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5488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097280"/>
            <a:ext cx="201168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 KOL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粉丝量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46320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1-10万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2176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市场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46320" y="23591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印尼/越南/巴西/墨西哥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46320" y="26151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平台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46320" y="27980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TikTok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3054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D060"/>
                </a:solidFill>
              </a:rPr>
              <a:t>CPM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46320" y="3236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$5-8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34930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宣传点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846320" y="3675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Pillar 2+3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4632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切入角度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46320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素人口碑 + 真实反应 + Meme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4632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本地语言，TikTok原生竖屏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90372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03720" y="1097280"/>
            <a:ext cx="201168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5" name="Text 53"/>
          <p:cNvSpPr/>
          <p:nvPr/>
        </p:nvSpPr>
        <p:spPr>
          <a:xfrm>
            <a:off x="690372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Nano KOL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9516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粉丝量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95160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1万以下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95160" y="2176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市场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995160" y="23591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全部5国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995160" y="26151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平台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95160" y="27980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TikTok+Discord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995160" y="3054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D060"/>
                </a:solidFill>
              </a:rPr>
              <a:t>CPM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95160" y="3236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$2-5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995160" y="34930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宣传点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95160" y="3675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Pillar 2+4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99516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切入角度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995160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UGC扩散 + 种子用户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99516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Star Cultivation Program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CPM数据来源：G&amp;G印尼历史数据（TikTok官方$0.56、YouTube官方$0.29、KOL合作$10-20）；实际CPM因市场/季节浮动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素材细化（渠道 × 格式 × 受众）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素材类型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914400"/>
            <a:ext cx="219456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9144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914400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0" y="914400"/>
            <a:ext cx="128016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914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2618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2618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Arena实况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0" y="12618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7" name="Text 15"/>
          <p:cNvSpPr/>
          <p:nvPr/>
        </p:nvSpPr>
        <p:spPr>
          <a:xfrm>
            <a:off x="2359152" y="1261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竞技型玩家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12618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9" name="Text 17"/>
          <p:cNvSpPr/>
          <p:nvPr/>
        </p:nvSpPr>
        <p:spPr>
          <a:xfrm>
            <a:off x="3730752" y="12618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天梯冲分 / 以弱胜强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52160" y="12618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1261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15s竖屏×3版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23760" y="12618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23" name="Text 21"/>
          <p:cNvSpPr/>
          <p:nvPr/>
        </p:nvSpPr>
        <p:spPr>
          <a:xfrm>
            <a:off x="7296912" y="12618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TikTok/YT Reels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17190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17190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Arena真人反应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0" y="17190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27" name="Text 25"/>
          <p:cNvSpPr/>
          <p:nvPr/>
        </p:nvSpPr>
        <p:spPr>
          <a:xfrm>
            <a:off x="2359152" y="1719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泛用户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0" y="17190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29" name="Text 27"/>
          <p:cNvSpPr/>
          <p:nvPr/>
        </p:nvSpPr>
        <p:spPr>
          <a:xfrm>
            <a:off x="3730752" y="17190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开黑翻车集锦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52160" y="17190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31" name="Text 29"/>
          <p:cNvSpPr/>
          <p:nvPr/>
        </p:nvSpPr>
        <p:spPr>
          <a:xfrm>
            <a:off x="5925312" y="1719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竖屏×2版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23760" y="17190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33" name="Text 31"/>
          <p:cNvSpPr/>
          <p:nvPr/>
        </p:nvSpPr>
        <p:spPr>
          <a:xfrm>
            <a:off x="7296912" y="1719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TikTok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21762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" y="21762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PVE实录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0" y="21762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7" name="Text 35"/>
          <p:cNvSpPr/>
          <p:nvPr/>
        </p:nvSpPr>
        <p:spPr>
          <a:xfrm>
            <a:off x="2359152" y="2176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新手玩家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0" y="21762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9" name="Text 37"/>
          <p:cNvSpPr/>
          <p:nvPr/>
        </p:nvSpPr>
        <p:spPr>
          <a:xfrm>
            <a:off x="3730752" y="21762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新手友好 / 通关成就感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52160" y="21762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41" name="Text 39"/>
          <p:cNvSpPr/>
          <p:nvPr/>
        </p:nvSpPr>
        <p:spPr>
          <a:xfrm>
            <a:off x="5925312" y="2176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15-30s版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223760" y="21762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43" name="Text 41"/>
          <p:cNvSpPr/>
          <p:nvPr/>
        </p:nvSpPr>
        <p:spPr>
          <a:xfrm>
            <a:off x="7296912" y="21762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YT/TikTok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26334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5" name="Text 43"/>
          <p:cNvSpPr/>
          <p:nvPr/>
        </p:nvSpPr>
        <p:spPr>
          <a:xfrm>
            <a:off x="530352" y="26334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3C对比（旧vs新）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0" y="26334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7" name="Text 45"/>
          <p:cNvSpPr/>
          <p:nvPr/>
        </p:nvSpPr>
        <p:spPr>
          <a:xfrm>
            <a:off x="2359152" y="26334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所有用户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0" y="26334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9" name="Text 47"/>
          <p:cNvSpPr/>
          <p:nvPr/>
        </p:nvSpPr>
        <p:spPr>
          <a:xfrm>
            <a:off x="3730752" y="26334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视觉冲击 / 打击感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52160" y="26334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51" name="Text 49"/>
          <p:cNvSpPr/>
          <p:nvPr/>
        </p:nvSpPr>
        <p:spPr>
          <a:xfrm>
            <a:off x="5925312" y="26334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并排对比视频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23760" y="26334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53" name="Text 51"/>
          <p:cNvSpPr/>
          <p:nvPr/>
        </p:nvSpPr>
        <p:spPr>
          <a:xfrm>
            <a:off x="7296912" y="26334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YT/FB/买量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30906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55" name="Text 53"/>
          <p:cNvSpPr/>
          <p:nvPr/>
        </p:nvSpPr>
        <p:spPr>
          <a:xfrm>
            <a:off x="530352" y="30906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巴西情感召回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286000" y="30906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57" name="Text 55"/>
          <p:cNvSpPr/>
          <p:nvPr/>
        </p:nvSpPr>
        <p:spPr>
          <a:xfrm>
            <a:off x="2359152" y="30906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老玩家回归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57600" y="30906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59" name="Text 57"/>
          <p:cNvSpPr/>
          <p:nvPr/>
        </p:nvSpPr>
        <p:spPr>
          <a:xfrm>
            <a:off x="3730752" y="30906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服务器回来了，欢迎回来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852160" y="30906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61" name="Text 59"/>
          <p:cNvSpPr/>
          <p:nvPr/>
        </p:nvSpPr>
        <p:spPr>
          <a:xfrm>
            <a:off x="5925312" y="30906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15-30s情感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223760" y="30906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63" name="Text 61"/>
          <p:cNvSpPr/>
          <p:nvPr/>
        </p:nvSpPr>
        <p:spPr>
          <a:xfrm>
            <a:off x="7296912" y="30906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TikTok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7200" y="35478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65" name="Text 63"/>
          <p:cNvSpPr/>
          <p:nvPr/>
        </p:nvSpPr>
        <p:spPr>
          <a:xfrm>
            <a:off x="530352" y="35478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拉美开放公告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286000" y="35478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67" name="Text 65"/>
          <p:cNvSpPr/>
          <p:nvPr/>
        </p:nvSpPr>
        <p:spPr>
          <a:xfrm>
            <a:off x="2359152" y="3547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拉美南部新用户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57600" y="35478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69" name="Text 67"/>
          <p:cNvSpPr/>
          <p:nvPr/>
        </p:nvSpPr>
        <p:spPr>
          <a:xfrm>
            <a:off x="3730752" y="35478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南北全面开放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852160" y="35478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71" name="Text 69"/>
          <p:cNvSpPr/>
          <p:nvPr/>
        </p:nvSpPr>
        <p:spPr>
          <a:xfrm>
            <a:off x="5925312" y="3547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15s公告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223760" y="35478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73" name="Text 71"/>
          <p:cNvSpPr/>
          <p:nvPr/>
        </p:nvSpPr>
        <p:spPr>
          <a:xfrm>
            <a:off x="7296912" y="35478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TikTok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7200" y="40050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75" name="Text 73"/>
          <p:cNvSpPr/>
          <p:nvPr/>
        </p:nvSpPr>
        <p:spPr>
          <a:xfrm>
            <a:off x="530352" y="40050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迷因向短剪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286000" y="40050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77" name="Text 75"/>
          <p:cNvSpPr/>
          <p:nvPr/>
        </p:nvSpPr>
        <p:spPr>
          <a:xfrm>
            <a:off x="2359152" y="4005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泛用户/MZ世代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657600" y="40050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79" name="Text 77"/>
          <p:cNvSpPr/>
          <p:nvPr/>
        </p:nvSpPr>
        <p:spPr>
          <a:xfrm>
            <a:off x="3730752" y="40050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地牢翻车搞笑集锦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852160" y="40050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81" name="Text 79"/>
          <p:cNvSpPr/>
          <p:nvPr/>
        </p:nvSpPr>
        <p:spPr>
          <a:xfrm>
            <a:off x="5925312" y="4005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5-10s梗视频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223760" y="40050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83" name="Text 81"/>
          <p:cNvSpPr/>
          <p:nvPr/>
        </p:nvSpPr>
        <p:spPr>
          <a:xfrm>
            <a:off x="7296912" y="4005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TikTok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57200" y="44622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85" name="Text 83"/>
          <p:cNvSpPr/>
          <p:nvPr/>
        </p:nvSpPr>
        <p:spPr>
          <a:xfrm>
            <a:off x="530352" y="44622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新英雄展示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286000" y="44622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87" name="Text 85"/>
          <p:cNvSpPr/>
          <p:nvPr/>
        </p:nvSpPr>
        <p:spPr>
          <a:xfrm>
            <a:off x="2359152" y="4462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核心用户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657600" y="44622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89" name="Text 87"/>
          <p:cNvSpPr/>
          <p:nvPr/>
        </p:nvSpPr>
        <p:spPr>
          <a:xfrm>
            <a:off x="3730752" y="44622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技能展示 / 强度分析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852160" y="44622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91" name="Text 89"/>
          <p:cNvSpPr/>
          <p:nvPr/>
        </p:nvSpPr>
        <p:spPr>
          <a:xfrm>
            <a:off x="5925312" y="4462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10s技能+立绘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223760" y="44622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93" name="Text 91"/>
          <p:cNvSpPr/>
          <p:nvPr/>
        </p:nvSpPr>
        <p:spPr>
          <a:xfrm>
            <a:off x="7296912" y="44622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YT/KOL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预计素材总量：各市场约 100-200 个组合，优先测试 Arena + 拉美情感召回类素材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推广时间轴（关键节点）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423160" y="1737360"/>
            <a:ext cx="1828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8686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99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4–5月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素材储备+KOL接触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1828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371600"/>
            <a:ext cx="1920240" cy="868680"/>
          </a:xfrm>
          <a:prstGeom prst="rect">
            <a:avLst/>
          </a:prstGeom>
          <a:solidFill>
            <a:srgbClr val="D4AF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399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6916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预热期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9293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官宣+预约开放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1737360"/>
            <a:ext cx="1828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71600"/>
            <a:ext cx="1920240" cy="868680"/>
          </a:xfrm>
          <a:prstGeom prst="rect">
            <a:avLst/>
          </a:prstGeom>
          <a:solidFill>
            <a:srgbClr val="C0000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399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大版本爆发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9293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全力OM+买量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920240" cy="8686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399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8月+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16916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长尾运营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19293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赛季+内容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8229600" cy="24688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25603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各阶段关键执行动作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29077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停服维护 4-5月：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65960" y="290779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素材真机录制；KOL名单确认（泛游戏主播）；Nano/Micro KOL 预接触；预约页面准备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4107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预热期 6月：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341071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06/01官方预告→06/15 Nano KOL前瞻→06/20 Mid KOL实况→06/25预约开放+商店截图更新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9136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爆发期 7月：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65960" y="391363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T-3:预告片上线→T日:TikTok爆发+YouTube预热→T+7:全渠道买量加投→T+14:BP发售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416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长尾期 8月+：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65960" y="441655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每6-8周新赛季+新英雄；持续攻略内容；UGC二创激励；流失用户召回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OM 有机内容策略（主力）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60"/>
                </a:solidFill>
              </a:rPr>
              <a:t>测试阶段预算有限，OM效率最高（CPM接近$0）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21945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内容支柱（来自 G&amp;G 历史数据）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060"/>
                </a:solidFill>
              </a:rPr>
              <a:t>◆ 支柱1 — 游戏时刻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地牢翻车 / 天梯高光 / 极限翻盘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060"/>
                </a:solidFill>
              </a:rPr>
              <a:t>◆ 支柱2 — 攻略教学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037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英雄出装 / 天梯攻略 / 地牢机制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4140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060"/>
                </a:solidFill>
              </a:rPr>
              <a:t>◆ 支柱3 — 社群互动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426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战队招募 / 问答 / 投票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8529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060"/>
                </a:solidFill>
              </a:rPr>
              <a:t>◆ 支柱4 — 品牌内容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0815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开发日志 / 版本预告 / 活动公告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21945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Star Cultivation Program（参考历史数据）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5361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主题：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"Easy Play, Easy Win"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8836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内容方向：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18836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教程 / 出装攻略 / 生存技巧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2311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激励：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22311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5K Gold/视频，最多4视频/周期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578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Top 10：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2578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官方社媒推广 + $50 ad boost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节奏：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每周performance检查，下滑给special mission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8229600" cy="15087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各平台目标（来自 G&amp;G 印尼历史数据参考）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平台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032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内容数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目标Views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目标Engagement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133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TikTok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60320" y="4133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每周5-10条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26280" y="4133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50万+/月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4133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1万+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YouTube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6032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每周2-3条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2628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30万+/月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9224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5000+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Instagram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每周3-5条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2628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40万+/月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3000+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Facebook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60320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每周2-3条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26280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20万+/月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92240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1000+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立即行动项（4–6月准备期）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9748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 — 最高优先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508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评分改善（3.7→3.8，目标4.0）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印尼/越南/巴西本地化（6月中前）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8803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KOL名单确认：泛游戏主播（5月底前）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5661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广告素材制作（6月中前）：Arena实况×3版 / PVE实录 / 3C对比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914400"/>
            <a:ext cx="269748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914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 — 重要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15087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39312" y="1508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预约页面开放（6月中）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1568" y="2194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39312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TikTok官方频道内容储备（每周5-10条）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1568" y="28803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39312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Star Cultivation Program 启动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1568" y="35661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39312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巴西情感召回素材制作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914400"/>
            <a:ext cx="2697480" cy="457200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914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 — 跟进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15087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73952" y="1508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拉美西语本地化（AR/CL/CO/MX）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36208" y="2194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73952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YouTube预热视频制作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28803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73952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Google UAC资产包准备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35661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73952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美国市场评估（Q3决策）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— 7月大版本完整发行策略</dc:title>
  <dc:subject>PptxGenJS Presentation</dc:subject>
  <dc:creator>Game Publishing AI</dc:creator>
  <cp:lastModifiedBy>Game Publishing AI</cp:lastModifiedBy>
  <cp:revision>1</cp:revision>
  <dcterms:created xsi:type="dcterms:W3CDTF">2026-04-02T02:45:27Z</dcterms:created>
  <dcterms:modified xsi:type="dcterms:W3CDTF">2026-04-02T02:45:27Z</dcterms:modified>
</cp:coreProperties>
</file>