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54480"/>
            <a:ext cx="22860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 AND GLORY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市场发行方案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Indonesia · Vietnam · Mexico  |  v2 更新版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品类分析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核心循环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进入地牢  →  搜刮  →  战斗  →  提取（或死亡）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28600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Extraction Shooter · Hero Extraction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34640" y="1965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5分钟快节奏 · 中世纪题材 · 赛季制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9659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5420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9535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5分钟速战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地牢→战斗→提取，高频爽感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06040" y="2423160"/>
            <a:ext cx="19659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25420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🏰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97480" y="29535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中世纪题材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246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铠甲、剑盾、城堡，差异化明显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19659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5420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29535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英雄直购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非抽卡，付费透明，降低门槛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03720" y="2423160"/>
            <a:ext cx="19659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25420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95160" y="29535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赛季制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3246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Battle Pass，保持长线回访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87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商业化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Hero 直购（主）  +  Battle Pass（续）  +  皮肤外观（辅）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目标用户规模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⚠️ 实证结论（基于历史 UA 测试）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 品类用户 UA 表现最佳，是主要投放目标。优先使用 MLBB / Wild Rift / LoL 玩家受众包作为 UA 种子。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Indonesia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Vietnam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Mexico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65176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240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8-12M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900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912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20-28M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63016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033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904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3-6M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2702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· PUBG Mobile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2148840"/>
            <a:ext cx="265176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2240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24414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5-8M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429000" y="292608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29900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31912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12-18M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29000" y="363016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37033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46120" y="3904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2-4M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46120" y="42702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· PUBG Mobile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35040" y="2148840"/>
            <a:ext cx="265176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2240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24414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6-10M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17920" y="292608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29900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1912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15-22M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7920" y="363016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37033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5040" y="3904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4-8M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35040" y="42702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· PUBG Mobile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合计 Reachable TA：9-18M     |     重点市场优先级：🇮🇩 印尼 &gt; 🇲🇽 墨西哥 &gt; 🇻🇳 越南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实证结论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 品类用户（MLBB / Wild Rift / LoL 玩家）在历史 UA 测试中，D7、R2、CPR 等指标均优于其他受众群体。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这意味着：投放目标应优先选择 MOBA 玩家，而非泛 FPS/动作类定向。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投放定向策略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39319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871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优先：MLBB 玩家受众包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90088"/>
            <a:ext cx="39319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900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次优先：Wild Rift 玩家受众包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39319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930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参考：Free Fire 重度玩家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39319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95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不推荐：泛 FPS/动作类定向（转化差）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Lookalike 种子选择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487168"/>
            <a:ext cx="39319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487168"/>
            <a:ext cx="640080" cy="43891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48716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Layer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0" y="248716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MLBB 付费用户（高 LTV）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990088"/>
            <a:ext cx="39319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990088"/>
            <a:ext cx="640080" cy="43891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99008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Layer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299008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 Rift 活跃用户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493008"/>
            <a:ext cx="39319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493008"/>
            <a:ext cx="640080" cy="438912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49300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Layer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0" y="349300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重度玩家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995928"/>
            <a:ext cx="39319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995928"/>
            <a:ext cx="640080" cy="438912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9959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Negative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399592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休闲游戏、宠物游戏用户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572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注：Extraction Shooter 玩法较硬核，实际转化需配合上手引导内容（Tutorial / Gameplay 素材）降低认知门槛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竞品分析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19659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Fire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904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MAU 100M+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东南亚 · 拉美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157984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1284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机会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4414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射击，非 Extraction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9659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1430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PUBG Mobile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4904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MAU 50M+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18562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全球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2157984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21284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机会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7480" y="24414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20分钟局，移动端偏慢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19659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1430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Warzone Mobile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4904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发展中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18562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2157984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1284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机会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4414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 品牌强，EA 合规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1051560"/>
            <a:ext cx="19659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1430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Lumeshift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14904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刚软启动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18562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 · 印尼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2157984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221284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机会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95160" y="24414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MOBA-Shooter，非纯 Extraction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2971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移动端 Extraction Shooter 赛道，目前无强力选手。Free Fire 虽是射击但非 Extraction 机制。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463040" y="3749040"/>
            <a:ext cx="320040" cy="3200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6" name="Text 34"/>
          <p:cNvSpPr/>
          <p:nvPr/>
        </p:nvSpPr>
        <p:spPr>
          <a:xfrm>
            <a:off x="14630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7452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5分钟节奏·中世纪题材差异化·英雄直购透明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91840" y="3749040"/>
            <a:ext cx="320040" cy="32004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0332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3.7评分需提升·品类认知需建立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20640" y="3749040"/>
            <a:ext cx="32004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3212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 空白·FF 玩家可转化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49440" y="3749040"/>
            <a:ext cx="320040" cy="3200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45" name="Text 43"/>
          <p:cNvSpPr/>
          <p:nvPr/>
        </p:nvSpPr>
        <p:spPr>
          <a:xfrm>
            <a:off x="69494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6092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Moonton 入局·FF 推类似模式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趋势窗口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🇮🇩 Indonesia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219456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246888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Feb-Apr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Ramadan + Lebaran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🔥 最优先发行窗口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Jun-Aug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暑假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学生玩家增加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794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TikTok 活跃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短视频种草持续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05156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115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🇻🇳 Vietnam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0440" y="1554480"/>
            <a:ext cx="219456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1645920"/>
            <a:ext cx="246888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691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Jun-Aug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暑假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 次优先发行窗口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2743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Jan-Feb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Tet 春节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246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节日营销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05156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115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🇲🇽 Mexico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55080" y="1554480"/>
            <a:ext cx="219456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1645920"/>
            <a:ext cx="246888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691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Jun-Jul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FIFA World Cup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🔥 MONSTER 事件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2743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 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独立日 El Grito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246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爱国主题营销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上线时间线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Indonesia + Vietnam + Mexico 同步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36576" cy="329184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527048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0" cy="365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T-4W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417320"/>
            <a:ext cx="69494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封闭 Alpha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4630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200-500 人定向招募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目标：D2 &gt; 35%，服务器稳定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 种子内容开始产出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52728" y="2368296"/>
            <a:ext cx="274320" cy="27432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04288"/>
            <a:ext cx="731520" cy="3657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0428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T-2W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258568"/>
            <a:ext cx="69494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限量测试扩大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30428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1000-3000 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开放 TikTok/YouTube KOL 内容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Discord 社区正式开放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52728" y="3209544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45536"/>
            <a:ext cx="731520" cy="365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4553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3099816"/>
            <a:ext cx="69494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145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公测上线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14553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 + VN + MX 同步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 + TikTok 付费启动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Vtuber 直播 campaign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52728" y="4050792"/>
            <a:ext cx="274320" cy="27432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986784"/>
            <a:ext cx="731520" cy="36576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867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T+1M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3941064"/>
            <a:ext cx="694944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9867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数据复盘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398678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R7 &gt; 10% 达标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开始 Phase 2 市场评估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Battle Pass 第一赛季收官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渠道与预算分配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参考预算：$50-100K/月（视测试数据调整）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554480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554480"/>
            <a:ext cx="306324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873252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付费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176272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2176272"/>
            <a:ext cx="1225296" cy="34747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21305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797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 付费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798064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2798064"/>
            <a:ext cx="918972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75234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4015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KOL/KOC 合作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419856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3419856"/>
            <a:ext cx="612648" cy="34747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8732520" y="337413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Apple Search Ads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4041648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4041648"/>
            <a:ext cx="306324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39959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CPM 参考：YouTube $0.29  ·  TikTok $0.56  ·  UGC $2.31  ·  KOL $10-20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 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核心洞察：泛游戏主播（Vtuber / General Gaming）&gt; 垂类 Extraction 主播    Vtuber 直播：DAU 平均提升 26%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10512"/>
            <a:ext cx="45720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105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泛游戏主播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Vtuber / General Gaming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主力渠道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73736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810512"/>
            <a:ext cx="457200" cy="2560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8105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8288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FPS 竞技 YouTuber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6334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辅助渠道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精准触达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73736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810512"/>
            <a:ext cx="457200" cy="25603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8105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🐷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本地 Meme 创作者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6334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病毒传播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低成本高回报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82296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KOC Star Cultivation Program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520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主题：Easy Play, Easy Win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886200"/>
            <a:ext cx="77724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319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奖励：5K Gold/视频，最多 4 视频/周期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1879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Top 10 获得官方推广 + $50 ad boost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4439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每周检查 performance metrics，下滑时给 Special Mission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7000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核心：给方向 + 给资源 + 持续沟通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OM 数据预估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3716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市场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目标 CPR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目标 R2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目标 R7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自然占比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🇮🇩 印尼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992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$0.40-0.60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&gt;38%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&gt;10%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&gt;35%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🇻🇳 越南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992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$0.30-0.40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&gt;35%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&gt;10%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&gt;35%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🇲🇽 墨西哥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992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$0.25-0.35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&gt;32%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&gt;8%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&gt;30%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697480"/>
            <a:ext cx="4023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6个月累计下载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3246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乐观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1168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3-5M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7764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中性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11680" y="37764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1.5-2.5M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430682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保守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11680" y="430682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0.5-1M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63440" y="2697480"/>
            <a:ext cx="4023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月流水估算（中性场景）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00600" y="3246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首月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1792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$80-150K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00600" y="37764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3个月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37764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$200-400K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800600" y="430682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6个月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17920" y="430682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$300-600K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— 市场发行方案 v2</dc:title>
  <dc:subject>PptxGenJS Presentation</dc:subject>
  <dc:creator>Ops Brain</dc:creator>
  <cp:lastModifiedBy>Ops Brain</cp:lastModifiedBy>
  <cp:revision>1</cp:revision>
  <dcterms:created xsi:type="dcterms:W3CDTF">2026-04-08T04:13:50Z</dcterms:created>
  <dcterms:modified xsi:type="dcterms:W3CDTF">2026-04-08T04:13:50Z</dcterms:modified>
</cp:coreProperties>
</file>