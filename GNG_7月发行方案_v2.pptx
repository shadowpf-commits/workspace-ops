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Glory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7月大版本发行方案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测试期 → 版本更新 → 多市场开放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〇、当前阶段判断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所处阶段：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测试期（留存测试阶段，4月关服 → 7月版本更新重新开服）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留存是唯一目标。发行活动只是辅助触达，不承担留存责任。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探索期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已完成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桌面调研，竞品研究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◀ 当前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留存验证，小预算UA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软发布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 未来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放量测试，渠道筛选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正式发布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 未来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全渠道爆发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长线运营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 未来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回流+商业化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5488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8463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关键约束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4月关服 → 7月重新开服，开服前无法冲评分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预算有限，不做商业化宣传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不使用KOL（本次版本更新不做KOL投入）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ingame痛点改动 &gt;&gt; 外围营销活动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一、产品分析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中世纪地牢 Extraction（近战搜打撤）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子类型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Hero Extraction — 英雄系统 + PvPvE 地牢探索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核心循环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选英雄 → 进地牢 → PvE打怪+PvP抢夺 → Loot搜刮 → 存活撤离/死亡全失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单局时长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10-20分钟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商业化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英雄直购 + Battle Pass + 皮肤（测试期暂不推）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核心差异化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移动端唯一近战搜打撤；中世纪地牢题材；英雄直购透明付费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7月版本核心内容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 竞技场（新PvP天梯玩法）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PVE 模式（降低新手门槛）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3C 升级（画面/手感体验提升）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拉美南部开放（AR/CL）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巴西重新开服（全新用户）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竞品格局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45720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唯一端游参考：Dark and Darker（Ironmace）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PvPvE地牢Extraction，中世纪暗黑奇幻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PC端Early Access，峰值同时在线25万+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Krafton拿到手游授权，但尚未上线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移动端近战搜打撤赛道：目前无竞品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窗口期仍在，但需关注DaD手游版进展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二、目标用户与发行区域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× 市场矩阵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200400"/>
                <a:gridCol w="4572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区域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性质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TA重点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策略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版本更新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MOBA用户(MLBB)+ Extraction兴趣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老玩家回流 + Arena吸引新玩家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版本更新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MOBA用户(AOV)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暑假窗口(6-8月)，本地化内容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MOBA+FPS用户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世界杯重叠，轻量联动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🇦🇷🇨🇱 阿根廷/智利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竞技用户(LoL)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新市场冷启动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重新开服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Fire玩家(全新用户)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全新获量，无老用户基础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TA规模估算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286000"/>
                <a:gridCol w="182880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Addressable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Reachable 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参考游戏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20-28M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MLBB, Free Fire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AOV, Free Fire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Fire, PUBG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25-35M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Fire, PUBG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LoL, Valorant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21792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6263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TA计算逻辑：Core TA = 品类活跃玩家（MOBA/RPG/Extraction兴趣）| Addressable = 移动端Action游戏玩家 | Reachable = 预算可触达（基于CPR×预算）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三、执行方案 — OM策略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测试期预算分配（预算有限，效率优先）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286000"/>
                <a:gridCol w="5029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预算占比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重点市场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UAC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55-65%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ID/VN/MX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历史验证最稳，打底获量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TikTok付费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ID/BR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需配合内容素材，纯付费效果有限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有机内容(OM)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素材制作+社媒运营成本，非零成本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Search 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高LTV市场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小预算测试，高质量用户验证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机动预算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应急或实时调优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素材方向（按市场）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029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素材类型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核心信息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亚洲(ID/VN)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Arena实况 + 3C对比 + PVE教学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大版本来了，Arena上线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拉美北(MX/CO)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全面开放公告 + 本地Meme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拉美全面开放！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拉美南(AR/CL)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开服倒计时 + 社群欢迎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终于轮到你们了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全新游戏介绍 + Arena展示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新游上线，近战地牢搜打撤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世界杯策略：轻量。无预算做大型联动，仅ingame event + 少量OM素材。MX作为主办国可适当增加本地化世界杯内容。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三、执行方案 — 社群 &amp; KOC大方向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社群平台选择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核心玩家社区，反馈收集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印尼市场社群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内容传播，UGC阵地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西方市场种子用户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/ 素人培养方向（非KOL）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本次版本更新不使用KOL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7月开服后逐步启动：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 Cultivation Program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培养游戏专属KOC和素人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激励：5K Gold/视频，Top10官方推广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内容方向：Arena攻略、地牢技巧、搞笑翻车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UGC激励机制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低成本，高传播潜力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让真实玩家成为内容生产者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回流/获量机制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6400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策略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ID/VN（有老用户）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OM定向再营销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100万注册用户池，Arena挑战赛，Discord老玩家邀请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AR/CL（新开放）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新市场冷启动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UAC为主，社群种子建设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BR（重新开服）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全新获量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无老用户基础，当新游戏发行处理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MX/CO（全面开放）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新区域获量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配合世界杯窗口（轻量）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三、执行方案 — 执行时间线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8229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时间节点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关键动作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关服期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产品端修复Top差评问题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准备7月素材（创意方向确认）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竞品动态监控（DaD手游进展）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关服期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素材制作（Arena/PVE/3C对比）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社群维护（Discord保持活跃）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各市场本地化素材准备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(T-30)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预热期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版本预告上线（社媒teaser）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Discord/社群预热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Google UAC测试素材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(T-14)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加速期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Arena实况素材释放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拉美开放倒计时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巴西全新上线素材投放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(T-0)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开服日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全渠道素材同步上线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Google UAC + TikTok投放全开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AR/CL开服 + BR开服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Arena挑战赛启动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T+7~T+30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持续验证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素材迭代（淘汰低效素材）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D2/D7数据追踪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评分监控（开服后目标4.0+）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Star Cultivation启动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四、关键指标与决策点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红线 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及格线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监控频率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 (R2)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 (R7)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&lt;3.8 启动预案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&gt;$1.0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决策点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93192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0233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可推进到软发布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D7 ≥ 20%（及格）或 ≥ 25%（目标）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 ≥ 50%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 ≥ 4.0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CPR 可控，渠道效率验证通过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39319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40233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继续优化，不急于放量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D7 &lt; 20% → 产品问题优先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 &lt; 50% → 新手体验/教学问题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 &lt; 3.8 → 启动紧急预案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先修产品，再谈放量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评分管理：4月关服期间修复核心差评问题 → 7月开服后确保首批用户体验 → 开服后持续监控，目标4.0+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 | GNG 7月大版本发行方案 | P9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五、风险与机会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风险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Dark and Darker手游版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Krafton持有手游授权，一旦上线将直接竞争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评分风险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当前3.7，开服后如果核心问题未修复，评分可能继续下跌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Extraction品类教育成本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近战搜打撤在移动端是新品类，用户理解成本高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巴西全新获量难度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无老用户基础，冷启动成本高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0058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机会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移动端近战搜打撤赛道空白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目前无直接竞品，窗口期仍在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世界杯窗口（MX主办国）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轻量联动即可借势，无需大预算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亚洲暑假（6-8月）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VN/ID学生用户游戏时间翻倍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100万注册用户池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ID/VN市场OM定向再营销成本低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小花的判断 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8056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近战搜打撤在移动端是蓝海，产品差异化足够。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但当前阶段最大的敌人不是竞品，是自己的留存和评分。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4-6月关服期ALL IN修产品（评分差评Top问题、新手体验、外挂）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7月开服后先看2周数据（D2≥50%, D7≥20%）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数据达标 → 推进软发布放量 | 数据不达标 → 继续优化，不强推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不要在测试期做正式发布的事。阶段匹配打法。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小花 — 游戏发行专家</dc:creator>
  <cp:lastModifiedBy>小花 — 游戏发行专家</cp:lastModifiedBy>
  <cp:revision>1</cp:revision>
  <dcterms:created xsi:type="dcterms:W3CDTF">2026-04-13T07:44:26Z</dcterms:created>
  <dcterms:modified xsi:type="dcterms:W3CDTF">2026-04-13T07:44:26Z</dcterms:modified>
</cp:coreProperties>
</file>