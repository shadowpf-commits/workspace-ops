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27432"/>
          </a:xfrm>
          <a:prstGeom prst="rect">
            <a:avLst/>
          </a:prstGeom>
          <a:solidFill>
            <a:srgbClr val="F5D78E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73152" cy="13716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640080" y="1783080"/>
            <a:ext cx="228600" cy="2286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868680" y="2011680"/>
            <a:ext cx="164592" cy="164592"/>
          </a:xfrm>
          <a:prstGeom prst="rect">
            <a:avLst/>
          </a:prstGeom>
          <a:solidFill>
            <a:srgbClr val="F5D78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4630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AND GLORY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7月大版本发行策略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· PVE · 3C核心升级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566160"/>
            <a:ext cx="2743200" cy="18288"/>
          </a:xfrm>
          <a:prstGeom prst="rect">
            <a:avLst/>
          </a:prstGeom>
          <a:solidFill>
            <a:srgbClr val="D4A853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  |  Confidential — Internal Use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18288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产品核心定位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9144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“进去抢，活着出来就是你的”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G&amp;G 核心 USP，Mobile Extraction Shooter 独家机制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069080" cy="13258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45720" cy="13258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2240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中世纪地牢 Extraction RPG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5–15分钟快节奏单局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赛季制 + 英雄收集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2103120"/>
            <a:ext cx="4069080" cy="13258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2103120"/>
            <a:ext cx="45720" cy="13258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74920" y="2240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2651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端独家 Extraction Shooter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风险回报机制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死后全失的刺激感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4069080" cy="13258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11880"/>
            <a:ext cx="45720" cy="13258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3749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当前状态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评分：3.7 ⚠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已测试：墨西哥、哥伦比亚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服务器：4–6月停服维护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611880"/>
            <a:ext cx="4069080" cy="13258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611880"/>
            <a:ext cx="45720" cy="13258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74920" y="3749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7月目标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4160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7月大版本发布在即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3.7分是市场进入门槛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7月前必须改善至 3.8，目标 4.0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18288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7月大版本核心内容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三大营销素材支柱（按重要度排序）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651760" cy="3566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53"/>
                </a:solidFill>
              </a:rPr>
              <a:t>★★★★★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D4A853"/>
                </a:solidFill>
              </a:rPr>
              <a:t>⚔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9436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竞技场 Arena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PVP核心玩法，天梯/排名，可做大量内容素材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931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天梯冲分 / 以弱胜强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公平竞技 / 新手逆袭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地牢风险回报 / 装备驱动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4572000"/>
            <a:ext cx="1920240" cy="256032"/>
          </a:xfrm>
          <a:prstGeom prst="rect">
            <a:avLst/>
          </a:prstGeom>
          <a:solidFill>
            <a:srgbClr val="D4A853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720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最高营销价值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325880"/>
            <a:ext cx="2651760" cy="3566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325880"/>
            <a:ext cx="2651760" cy="54864"/>
          </a:xfrm>
          <a:prstGeom prst="rect">
            <a:avLst/>
          </a:prstGeom>
          <a:solidFill>
            <a:srgbClr val="F5D78E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D78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93192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D78E"/>
                </a:solidFill>
              </a:rPr>
              <a:t>★★★★☆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20116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5D78E"/>
                </a:solidFill>
              </a:rPr>
              <a:t>🗺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342900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 模式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3429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降低门槛，留存友好，适合「新手友好」叙事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3931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新手友好 / 通关成就感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剧情体验 / 组队副本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0" y="4572000"/>
            <a:ext cx="1920240" cy="256032"/>
          </a:xfrm>
          <a:prstGeom prst="rect">
            <a:avLst/>
          </a:prstGeom>
          <a:solidFill>
            <a:srgbClr val="F5D78E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45720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留存利器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325880"/>
            <a:ext cx="2651760" cy="3566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325880"/>
            <a:ext cx="2651760" cy="54864"/>
          </a:xfrm>
          <a:prstGeom prst="rect">
            <a:avLst/>
          </a:prstGeom>
          <a:solidFill>
            <a:srgbClr val="F5D78E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D78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76656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D78E"/>
                </a:solidFill>
              </a:rPr>
              <a:t>★★★★☆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0" y="20116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5D78E"/>
                </a:solidFill>
              </a:rPr>
              <a:t>🎮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626364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 核心升级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17920" y="3429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+ Camera + Character 整体升级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63640" y="3931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易用性（视野） · 操作性（精准度）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打击感（反馈） · 策略性（观察）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92240" y="4572000"/>
            <a:ext cx="1920240" cy="256032"/>
          </a:xfrm>
          <a:prstGeom prst="rect">
            <a:avLst/>
          </a:prstGeom>
          <a:solidFill>
            <a:srgbClr val="F5D78E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45720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核心玩法质变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三个内容支柱构成7月营销的核心素材库，所有广告素材、KOL合作均围绕这三个展开。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18288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宣传讯息层级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960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核心USP：进去抢，活着出来就是你的（Extraction Shooter独家机制）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45720" cy="7772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1764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— 竞技刺激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切入角度：Arena天梯 / 以弱胜强 / 公平竞技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31920" y="1764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目标用户：竞技型玩家 / BR玩家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内容：地牢风险回报 / 装备驱动 / 死后全失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532888"/>
            <a:ext cx="8229600" cy="777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32888"/>
            <a:ext cx="45720" cy="7772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670048"/>
            <a:ext cx="502920" cy="5029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— 社交组队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2898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切入角度：和朋友下地牢 / 组队开黑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3192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目标用户：社交型玩家 / 东南亚/拉美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0" y="28986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内容：10-15分钟快节奏 / 碎片时间友好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374136"/>
            <a:ext cx="8229600" cy="777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374136"/>
            <a:ext cx="45720" cy="7772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11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34472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— 新手友好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37398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切入角度：PVE降门槛 / 3C升级上手更容易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31920" y="34472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目标用户：泛用户 / 女性用户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0" y="37398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内容：3C升级后视野更广 / 操作更精准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215384"/>
            <a:ext cx="8229600" cy="777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215384"/>
            <a:ext cx="45720" cy="7772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4352544"/>
            <a:ext cx="502920" cy="5029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352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80160" y="42885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— 视觉冲击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80160" y="45811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切入角度：3C对比 / 打击感展示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931920" y="42885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目标用户：所有用户 / 视觉型玩家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31920" y="45811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内容：Camera变更前后对比 / 战斗特效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18288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区域差异化宣传策略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亚洲 · 拉美（北部/南部） · 巴西 — 三大市场，三套叙事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2651760" cy="50292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 亚洲（印尼/越南）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性质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0299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版本更新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核心口径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7月大版本上线，所有人一起回归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1272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新玩家：上手容易 | 老玩家：内容更新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KOL/KOC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36758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按需，OM为主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42245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版本回来了，内容更多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1234440"/>
            <a:ext cx="265176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234440"/>
            <a:ext cx="2651760" cy="50292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1280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拉美（CO/MX/AR/CL）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18288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性质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0" y="20299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南北部全面开放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3774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核心口径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83280" y="2578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北部（CO/MX）+ 南部（AR/CL）同步开放，回应南部玩家之前的抱怨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926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83280" y="31272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北部回归玩家 + 南部新玩家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474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KOL/KOC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83280" y="36758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按需，OM为主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83280" y="42245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终于等到你！南北全面开放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1234440"/>
            <a:ext cx="265176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1234440"/>
            <a:ext cx="2651760" cy="50292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1280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🇧🇷 巴西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17920" y="18288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性质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17920" y="20299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时隔1年首次开服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0" y="23774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核心口径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17920" y="2578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服务器回来了，欢迎老玩家回归，新玩家加入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0" y="2926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17920" y="31272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老玩家召回为主，新玩家补充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3474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KOL/KOC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17920" y="36758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老玩家召回侧重点，预算允许下可做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17920" y="42245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服务器回来了，你还在吗？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solidFill>
            <a:srgbClr val="D29922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93776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非正式上线（测试阶段），预算有限。OM为主，KOL/KOC按区域单独评估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18288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素材细化（按渠道/格式/受众）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素材类型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914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914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914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914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280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Arena实况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1280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竞技型玩家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1280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天梯冲分 / 以弱胜强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15s竖屏×3版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1280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TikTok/YT Reels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1737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Arena真人反应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1737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泛用户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1737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开黑翻车集锦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737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竖屏×2版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PVE实录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新手玩家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2194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新手友好 / 通关成就感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2194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15-30s版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YT/TikTok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3C对比（旧vs新）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所有用户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7472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视觉冲击 / 打击感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并排对比视频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YT/FB/买量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108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新英雄展示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1168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核心用户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74720" y="3108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技能展示 / 强度分析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108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10s技能+立绘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YT/KOL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组队开黑片段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01168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社交型玩家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74720" y="3566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和朋友一起玩的乐趣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0" y="3566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竖屏/横版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792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TikTok/FB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023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迷因向短剪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011680" y="4023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泛用户/MZ世代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474720" y="4023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地牢翻车搞笑集锦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46320" y="4023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5-10s梗视频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1792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480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玩家UGC二创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011680" y="4480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所有用户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474720" y="4480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官方转发激励扩散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46320" y="4480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17920" y="4480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社媒矩阵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7200" y="49834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预计素材总量：各市场约 100-200 个组合，优先测试 Arena + 组队类素材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18288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KOL矩阵（分层 × 宣传点 × CPM）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类型：泛游戏主播为主，不采用纯垂类/Vtuber | OM为主，KOL按需决策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34440" y="114300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粉丝量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65960" y="114300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114300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51960" y="114300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4920" y="114300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对应宣传点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076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554480"/>
            <a:ext cx="82296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554480"/>
            <a:ext cx="36576" cy="65836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55448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KOL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1554480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100万+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65960" y="155448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巴西/墨西哥/哥伦比亚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46120" y="1554480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51960" y="1554480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$10–15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1554480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1+2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80760" y="15544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品牌背书 + 泛用户破圈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212848"/>
            <a:ext cx="8229600" cy="65836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212848"/>
            <a:ext cx="36576" cy="65836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212848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KOL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34440" y="2212848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10–100万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65960" y="2212848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印尼/越南/巴西/墨西哥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46120" y="2212848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+ YouTube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51960" y="2212848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$8–12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4920" y="2212848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0760" y="221284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深度实况 + Arena/PVE体验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871216"/>
            <a:ext cx="82296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2871216"/>
            <a:ext cx="36576" cy="65836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2871216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KOL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34440" y="2871216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1–10万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65960" y="2871216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印尼/越南/巴西/墨西哥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46120" y="2871216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51960" y="2871216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$5–8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74920" y="2871216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2+3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80760" y="287121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素人口碑 + 真实反应 + Meme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3529584"/>
            <a:ext cx="8229600" cy="65836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3529584"/>
            <a:ext cx="36576" cy="65836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529584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KOL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234440" y="3529584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1万以下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965960" y="3529584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全部5国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46120" y="3529584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+ Discord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251960" y="3529584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$2–5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74920" y="3529584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2+4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80760" y="352958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UGC扩散 + 种子用户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CPM数据来源：G&amp;G印尼历史数据验证（TikTok官方$0.56、YouTube官方$0.29、KOL合作$10-20）；实际CPM因市场/季节浮动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18288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目标市场分层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0" y="1645920"/>
            <a:ext cx="2194560" cy="2194560"/>
          </a:xfrm>
          <a:prstGeom prst="ellipse">
            <a:avLst/>
          </a:prstGeom>
          <a:solidFill>
            <a:srgbClr val="D4A85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21945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全部目标市场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7月同步上线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371600"/>
            <a:ext cx="118872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1371600"/>
            <a:ext cx="36576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🇮🇩 印尼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371600"/>
            <a:ext cx="118872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1371600"/>
            <a:ext cx="36576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🇻🇳 越南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118872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743200"/>
            <a:ext cx="36576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7432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🇲🇽 墨西哥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2743200"/>
            <a:ext cx="118872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2743200"/>
            <a:ext cx="36576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7432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🇧🇷 巴西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3931920"/>
            <a:ext cx="118872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97280" y="3931920"/>
            <a:ext cx="36576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39319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🇨🇴 哥伦比亚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0" y="4389120"/>
            <a:ext cx="118872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0" y="4389120"/>
            <a:ext cx="36576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0" y="43891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🇦🇷 阿根廷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0" y="3931920"/>
            <a:ext cx="118872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0" y="3931920"/>
            <a:ext cx="36576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0" y="39319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🇨🇱 智利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3657600"/>
            <a:ext cx="118872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0" y="3657600"/>
            <a:ext cx="36576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3657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美国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亚洲+拉美+美国同步发行，非分批上线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18288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推广时间轴（关键节点）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7680960" cy="7315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2011680"/>
            <a:ext cx="411480" cy="411480"/>
          </a:xfrm>
          <a:prstGeom prst="ellipse">
            <a:avLst/>
          </a:prstGeom>
          <a:solidFill>
            <a:srgbClr val="F5D78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评分+本地化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0" y="2011680"/>
            <a:ext cx="411480" cy="411480"/>
          </a:xfrm>
          <a:prstGeom prst="ellipse">
            <a:avLst/>
          </a:prstGeom>
          <a:solidFill>
            <a:srgbClr val="D4A85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2468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停服维护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2743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素材储备+KOL接触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2011680"/>
            <a:ext cx="411480" cy="411480"/>
          </a:xfrm>
          <a:prstGeom prst="ellipse">
            <a:avLst/>
          </a:prstGeom>
          <a:solidFill>
            <a:srgbClr val="D4A85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2468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预热期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2743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官宣+预约开放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2011680"/>
            <a:ext cx="411480" cy="41148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3212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2468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大版本爆发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2743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全力投放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35240" y="2011680"/>
            <a:ext cx="411480" cy="411480"/>
          </a:xfrm>
          <a:prstGeom prst="ellipse">
            <a:avLst/>
          </a:prstGeom>
          <a:solidFill>
            <a:srgbClr val="8B949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8月+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2468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长尾运营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2743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赛季+内容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402336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200400"/>
            <a:ext cx="45720" cy="1737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准备期 3月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520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评分改善（3.7→3.8）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本地化完成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KOL名单确认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广告素材制作（初版）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200400"/>
            <a:ext cx="402336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200400"/>
            <a:ext cx="45720" cy="17373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爆发期 7月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520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T-3: 预告片上线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T日: Mid/Macro KOL同步爆发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T+7: 全渠道买量加投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T+14: BP发售+限量皮肤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18288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预算分配建议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1097280"/>
            <a:ext cx="5486400" cy="320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1097280"/>
            <a:ext cx="1920240" cy="320040"/>
          </a:xfrm>
          <a:prstGeom prst="rect">
            <a:avLst/>
          </a:prstGeom>
          <a:solidFill>
            <a:srgbClr val="D4A85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0" y="1005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年轻用户主力平台 · CPM $0.5-1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20240" y="1874520"/>
            <a:ext cx="5486400" cy="320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Shape 11"/>
          <p:cNvSpPr/>
          <p:nvPr/>
        </p:nvSpPr>
        <p:spPr>
          <a:xfrm>
            <a:off x="1920240" y="1874520"/>
            <a:ext cx="1371600" cy="320040"/>
          </a:xfrm>
          <a:prstGeom prst="rect">
            <a:avLst/>
          </a:prstGeom>
          <a:solidFill>
            <a:srgbClr val="F5D78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1488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触达面广 · CPM $2-3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UAC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20240" y="2651760"/>
            <a:ext cx="5486400" cy="320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8" name="Shape 16"/>
          <p:cNvSpPr/>
          <p:nvPr/>
        </p:nvSpPr>
        <p:spPr>
          <a:xfrm>
            <a:off x="1920240" y="2651760"/>
            <a:ext cx="1097280" cy="32004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0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+ Play双覆盖 · CPM $3-5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KOL合作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20240" y="3429000"/>
            <a:ext cx="5486400" cy="320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3" name="Shape 21"/>
          <p:cNvSpPr/>
          <p:nvPr/>
        </p:nvSpPr>
        <p:spPr>
          <a:xfrm>
            <a:off x="1920240" y="3429000"/>
            <a:ext cx="822960" cy="32004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98080" y="3337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泛游戏主播为主 · CPM $10-15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ASO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920240" y="4206240"/>
            <a:ext cx="5486400" cy="320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8" name="Shape 26"/>
          <p:cNvSpPr/>
          <p:nvPr/>
        </p:nvSpPr>
        <p:spPr>
          <a:xfrm>
            <a:off x="1920240" y="4206240"/>
            <a:ext cx="274320" cy="320040"/>
          </a:xfrm>
          <a:prstGeom prst="rect">
            <a:avLst/>
          </a:prstGeom>
          <a:solidFill>
            <a:srgbClr val="8B949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0" y="4114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4805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里程碑传播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CPM数据来源：G&amp;G印尼历史数据（TikTok官方$0.56、YouTube官方$0.29、KOL $10-20）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11480" y="182880"/>
            <a:ext cx="320040" cy="320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立即行动项（4–6月）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停服维护期 · 准备冲刺阶段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143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11430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325880"/>
            <a:ext cx="1280160" cy="274320"/>
          </a:xfrm>
          <a:prstGeom prst="rect">
            <a:avLst/>
          </a:prstGeom>
          <a:solidFill>
            <a:srgbClr val="F85149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25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— 最高优先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280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132588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评分改善（3.7→3.8，目标4.0）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印尼/越南/巴西本地化（6月中前）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KOL名单确认（5月底前）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广告素材制作（6月中前）：Arena实况×3版 / PVE实录 / 3C对比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1143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68880"/>
            <a:ext cx="54864" cy="11430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560320"/>
            <a:ext cx="1280160" cy="274320"/>
          </a:xfrm>
          <a:prstGeom prst="rect">
            <a:avLst/>
          </a:prstGeom>
          <a:solidFill>
            <a:srgbClr val="D29922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重要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2514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77440" y="256032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预约页面开放（6月中）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Discord社区激活（持续）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买量素材制作（TikTok竖屏各2版）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1143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03320"/>
            <a:ext cx="54864" cy="114300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794760"/>
            <a:ext cx="1280160" cy="274320"/>
          </a:xfrm>
          <a:prstGeom prst="rect">
            <a:avLst/>
          </a:prstGeom>
          <a:solidFill>
            <a:srgbClr val="8B949E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794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— 跟进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77440" y="379476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智利/阿根廷/美国本地化（7月前）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日本市场评估（Q3决策）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KOL正式合作谈判（6月前）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27432"/>
          </a:xfrm>
          <a:prstGeom prst="rect">
            <a:avLst/>
          </a:prstGeom>
          <a:solidFill>
            <a:srgbClr val="F5D78E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4251960" y="822960"/>
            <a:ext cx="365760" cy="3657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3977640" y="1005840"/>
            <a:ext cx="228600" cy="228600"/>
          </a:xfrm>
          <a:prstGeom prst="rect">
            <a:avLst/>
          </a:prstGeom>
          <a:solidFill>
            <a:srgbClr val="F5D78E"/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4663440" y="1005840"/>
            <a:ext cx="228600" cy="228600"/>
          </a:xfrm>
          <a:prstGeom prst="rect">
            <a:avLst/>
          </a:prstGeom>
          <a:solidFill>
            <a:srgbClr val="F5D78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spc="600" kern="0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828800" y="2468880"/>
            <a:ext cx="365760" cy="36576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确认7月大版本最终上线日期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28800" y="2971800"/>
            <a:ext cx="365760" cy="36576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2971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启动印尼/越南/巴西本地化工作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28800" y="3474720"/>
            <a:ext cx="365760" cy="36576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7744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接触首批 Nano + Micro KOL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28800" y="3977640"/>
            <a:ext cx="365760" cy="36576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7744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制作 Arena 真机实况素材（第一批）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828800" y="4434840"/>
            <a:ext cx="5486400" cy="5029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0" y="4434840"/>
            <a:ext cx="457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2011680" y="44348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目标：7月爆发期全力冲击下载 + 榜单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- 7月大版本发行策略</dc:title>
  <dc:subject>PptxGenJS Presentation</dc:subject>
  <dc:creator>Ops Team</dc:creator>
  <cp:lastModifiedBy>Ops Team</cp:lastModifiedBy>
  <cp:revision>1</cp:revision>
  <dcterms:created xsi:type="dcterms:W3CDTF">2026-04-02T07:41:32Z</dcterms:created>
  <dcterms:modified xsi:type="dcterms:W3CDTF">2026-04-02T07:41:32Z</dcterms:modified>
</cp:coreProperties>
</file>