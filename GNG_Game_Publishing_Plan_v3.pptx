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554480"/>
            <a:ext cx="228600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GOLD AND GLORY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市场发行方案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核心市场  |  TA Size + 执行方案  |  v3 更新版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2026-04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产品核心定位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3840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产品品类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64592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Mobile Extraction Shooter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377440" y="1417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中世纪地牢 Extraction RPG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核心循环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0848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进入地牢 → 搜刮 → 战斗 → 提取（或死亡）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游戏特色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8346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5分钟快节奏单局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2186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21868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中世纪题材差异化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60273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60273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英雄直购（非抽卡）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9867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98678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赛季制 + Battle Pass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480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当前评分：Google Play 3.7（需提升至 4.0+）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051560"/>
            <a:ext cx="4114800" cy="3840480"/>
          </a:xfrm>
          <a:prstGeom prst="rect">
            <a:avLst/>
          </a:prstGeom>
          <a:solidFill>
            <a:srgbClr val="1A2A1A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143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⚠️ 实证结论（UA 测试验证）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508760"/>
            <a:ext cx="3749040" cy="914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MOBA 品类用户是主要投放目标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19659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在历史 UA 测试中，MOBA 玩家（MLBB / Wild Rift / LoL 用户）在 D7、R2、CPR 等核心指标上，均优于其他受众群体。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651760"/>
            <a:ext cx="3749040" cy="594360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6974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MOBA 玩家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26974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D7 14%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29400" y="26974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R2 41%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0" y="26974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CPR $0.31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29535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 主要目标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310128"/>
            <a:ext cx="3749040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33558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FPS 玩家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0" y="33558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D7 9%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629400" y="335584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R2 33%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15200" y="33558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CPR $0.58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2040" y="3611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 次要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3968496"/>
            <a:ext cx="3749040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401421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泛用户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0" y="40142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D7 6%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29400" y="401421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R2 28%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0" y="401421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CPR $0.82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92040" y="42702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❌ 不推荐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54880" y="4572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投放定向优先选择 MOBA 玩家受众包，而非泛 FPS/动作类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目标用户规模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875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三大核心市场 — 以 MOBA 玩家为主要目标群体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310896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4475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🇮🇩 Indonesia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1444752"/>
            <a:ext cx="1188720" cy="25603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44475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最优先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933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TA（MOBA玩家）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8-12M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40080" y="2724912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9806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Addressable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9992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20-28M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3438144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51129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71246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3-6M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Fire · PUBG Mobile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91840" y="1371600"/>
            <a:ext cx="265176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144475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🇻🇳 Vietnam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20240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19933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TA（MOBA玩家）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91840" y="221284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5-8M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3474720" y="2724912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279806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Addressable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91840" y="29992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12-18M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474720" y="3438144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351129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91840" y="371246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2-4M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291840" y="41605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Fire · PUBG Mobile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26480" y="1371600"/>
            <a:ext cx="2651760" cy="3108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26480" y="144475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🇲🇽 Mexico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09360" y="1920240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199339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TA（MOBA玩家）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26480" y="221284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6-10M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6309360" y="2724912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279806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 Addressable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26480" y="29992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15-22M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309360" y="3438144"/>
            <a:ext cx="22860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0" name="Text 38"/>
          <p:cNvSpPr/>
          <p:nvPr/>
        </p:nvSpPr>
        <p:spPr>
          <a:xfrm>
            <a:off x="6126480" y="351129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26480" y="371246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4-8M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126480" y="416052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Fire · PUBG Mobile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合计 Reachable TA：9-18M     |     TA 优先级：🇮🇩 印尼 &gt; 🇲🇽 墨西哥 &gt; 🇻🇳 越南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目标用户分层 &amp; Key Message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123444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234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247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🎯 核心用户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35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MOBA 重度玩家（MLBB / Wild Rift / LoL）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年龄：16-30岁 · 男性为主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9019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需求：高频竞技 + 强社交 + 段位成就感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1143000"/>
            <a:ext cx="9144" cy="10515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1247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34840" y="13441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5分钟一局，随时开黑，段位不掉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1828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触点：KOL 直播 · 天梯排名 · 战队赛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8229600" cy="123444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77440"/>
            <a:ext cx="73152" cy="12344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5059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⚔️ 目标用户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2761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FPS / 射击游戏玩家（Free Fire / PUBG Mobile）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017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年龄：16-28岁 · 男性为主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2278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需求：操作爽感 + 装备收集 + 快节奏对抗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97680" y="2468880"/>
            <a:ext cx="9144" cy="10515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1" name="Text 19"/>
          <p:cNvSpPr/>
          <p:nvPr/>
        </p:nvSpPr>
        <p:spPr>
          <a:xfrm>
            <a:off x="4434840" y="24505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34840" y="26700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地牢搜刮 + 英雄技能 = 射击+MOBA双倍爽感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34840" y="3154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触点：Gameplay 素材 · TikTok 短视频 · 交叉推广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8229600" cy="123444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03320"/>
            <a:ext cx="73152" cy="123444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764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🏰 潜在用户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087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中世纪 / RPG 爱好者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343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年龄：18-35岁 · 性别均衡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45537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需求：题材氛围 + 角色成长 + 视觉享受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97680" y="3794760"/>
            <a:ext cx="9144" cy="10515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1" name="Text 29"/>
          <p:cNvSpPr/>
          <p:nvPr/>
        </p:nvSpPr>
        <p:spPr>
          <a:xfrm>
            <a:off x="4434840" y="37764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34840" y="399592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中世纪铠甲英雄，视觉与众不同的 Extraction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34840" y="4480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触点：IP联动 · 美术素材 · 社区种草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竞品分析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196596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Free Fire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2646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MAU 100M+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739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东南亚 · 拉美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2048256"/>
            <a:ext cx="16916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差异点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射击，非 Extraction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G&amp;G 优势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272491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中世纪 + Extraction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1005840"/>
            <a:ext cx="196596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07899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PUBG Mobile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142646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MAU 50M+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06040" y="17739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全球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0" y="2048256"/>
            <a:ext cx="16916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210312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差异点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0" y="22860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20分钟局，移动慢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06040" y="254203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G&amp;G 优势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51760" y="272491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5分钟快节奏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196596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7899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Warzone Mobile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42646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发展中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17739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全球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2048256"/>
            <a:ext cx="16916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10312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差异点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00600" y="22860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 品牌强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254203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G&amp;G 优势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00600" y="272491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独立 IP + 赛季制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03720" y="1005840"/>
            <a:ext cx="196596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1078992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Lumeshift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03720" y="142646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刚软启动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03720" y="1773936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 · 印尼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040880" y="2048256"/>
            <a:ext cx="169164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6" name="Text 34"/>
          <p:cNvSpPr/>
          <p:nvPr/>
        </p:nvSpPr>
        <p:spPr>
          <a:xfrm>
            <a:off x="6903720" y="210312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差异点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49440" y="22860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MOBA-Shooter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03720" y="254203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G&amp;G 优势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49440" y="272491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纯 Extraction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3063240"/>
            <a:ext cx="822960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30632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💡 移动端 Extraction Shooter 赛道暂无强力选手。Free Fire 虽是射击但非 Extraction 机制。Lumeshift 为 MOBA-Shooter，与 G&amp;G 有重叠用户但玩法核心不同。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3794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SWOT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463040" y="3794760"/>
            <a:ext cx="320040" cy="3200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4" name="Text 42"/>
          <p:cNvSpPr/>
          <p:nvPr/>
        </p:nvSpPr>
        <p:spPr>
          <a:xfrm>
            <a:off x="146304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87452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5分钟节奏·中世纪题材·英雄直购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91840" y="3794760"/>
            <a:ext cx="320040" cy="32004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47" name="Text 45"/>
          <p:cNvSpPr/>
          <p:nvPr/>
        </p:nvSpPr>
        <p:spPr>
          <a:xfrm>
            <a:off x="329184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70332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3.7评分需提升·品类认知从零建立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120640" y="3794760"/>
            <a:ext cx="320040" cy="3200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0" name="Text 48"/>
          <p:cNvSpPr/>
          <p:nvPr/>
        </p:nvSpPr>
        <p:spPr>
          <a:xfrm>
            <a:off x="512064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53212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Extraction空白·FF/WR玩家可转化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949440" y="3794760"/>
            <a:ext cx="320040" cy="32004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53" name="Text 51"/>
          <p:cNvSpPr/>
          <p:nvPr/>
        </p:nvSpPr>
        <p:spPr>
          <a:xfrm>
            <a:off x="694944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36092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Moonton入局·FF推类似模式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区域发行策略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3444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2344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789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🇮🇩 Indonesia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1115568"/>
            <a:ext cx="1005840" cy="25603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2514600" y="111556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最优先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1444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宣传口径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37360" y="14447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竞技 + 社交组队 + 新手友好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6733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渠道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37360" y="16733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UAC · TikTok · YouTube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9019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37360" y="190195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FPS/泛游戏主播 · 本地 meme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1097280"/>
            <a:ext cx="9144" cy="10515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1430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趋势窗口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1208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🔥 Ramadan/Lebaran (Feb-Apr) 发行窗口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17373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渠道侧重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212080" y="19202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UAC 为主 · TikTok 辅助 · YouTube 内容沉淀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331720"/>
            <a:ext cx="82296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331720"/>
            <a:ext cx="73152" cy="12344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404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🇻🇳 Vietnam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14600" y="2441448"/>
            <a:ext cx="1005840" cy="2560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4" name="Text 22"/>
          <p:cNvSpPr/>
          <p:nvPr/>
        </p:nvSpPr>
        <p:spPr>
          <a:xfrm>
            <a:off x="2514600" y="24414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第二优先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27706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宣传口径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37360" y="27706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竞技刺激 + 社交组队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29992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渠道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37360" y="29992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UAC · TikTok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32278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37360" y="32278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FPS 主播 · Zing MP3 联动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2423160"/>
            <a:ext cx="9144" cy="10515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24688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趋势窗口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12080" y="2697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🎯 暑假 (Jun-Aug) 发行窗口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30632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渠道侧重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12080" y="32461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UAC 为主 · TikTok 辅助 · YouTube 内容沉淀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3657600"/>
            <a:ext cx="822960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3657600"/>
            <a:ext cx="73152" cy="12344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7307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🇲🇽 Mexico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514600" y="3767328"/>
            <a:ext cx="1005840" cy="2560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0" name="Text 38"/>
          <p:cNvSpPr/>
          <p:nvPr/>
        </p:nvSpPr>
        <p:spPr>
          <a:xfrm>
            <a:off x="2514600" y="37673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第三优先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0080" y="40965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宣传口径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737360" y="40965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竞技刺激 + 视觉冲击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" y="43251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渠道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737360" y="43251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UAC · YouTube · TikTok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" y="45537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737360" y="455371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泛游戏主播 · 独立日联动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0" y="3749040"/>
            <a:ext cx="9144" cy="105156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8" name="Text 46"/>
          <p:cNvSpPr/>
          <p:nvPr/>
        </p:nvSpPr>
        <p:spPr>
          <a:xfrm>
            <a:off x="5212080" y="37947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趋势窗口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12080" y="4023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🔥 World Cup (Jun-Jul) MONSTER 事件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212080" y="43891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渠道侧重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212080" y="45720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UAC 为主 · TikTok 辅助 · YouTube 内容沉淀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投放定向 &amp; Lookalike 策略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受众包优先级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393192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89888"/>
            <a:ext cx="640080" cy="45720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89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Layer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70432" y="14356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MLBB 付费用户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70432" y="164592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高 LTV · 直接竞品用户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0" y="138988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393192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920240"/>
            <a:ext cx="640080" cy="45720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920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Layer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70432" y="19659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Wild Rift 活跃用户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70432" y="2176272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MOBA 核心玩家 · 高活跃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02336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✅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450592"/>
            <a:ext cx="393192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450592"/>
            <a:ext cx="640080" cy="457200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45059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Layer 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70432" y="249631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Fire 重度玩家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70432" y="2706624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射击基础 · 可交叉转化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23360" y="245059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✅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2980944"/>
            <a:ext cx="3931920" cy="45720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980944"/>
            <a:ext cx="640080" cy="457200"/>
          </a:xfrm>
          <a:prstGeom prst="rect">
            <a:avLst/>
          </a:prstGeom>
          <a:solidFill>
            <a:srgbClr val="3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98094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514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Negative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70432" y="302666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宠物/休闲游戏用户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70432" y="323697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转化差 · 拉低数据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023360" y="298094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514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❌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CPM 参考（实际验证）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1389888"/>
            <a:ext cx="393192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4447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YouTube 官方付费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78040" y="14264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$0.29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92040" y="16642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性价比最高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1938528"/>
            <a:ext cx="393192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9933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 官方付费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78040" y="19751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$0.56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892040" y="22128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品牌+量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54880" y="2487168"/>
            <a:ext cx="393192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5420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UGC 活动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78040" y="252374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$2.31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892040" y="27614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有机放大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54880" y="3035808"/>
            <a:ext cx="393192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0906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KOL 合作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78040" y="307238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$10-20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892040" y="33101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放大器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solidFill>
            <a:srgbClr val="1A2A3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7490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KOL 策略关键洞察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0080" y="4041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🎮 泛游戏主播（Vtuber / General Gaming）效果 &gt; 垂类 Extraction 主播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0080" y="42976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📈 Vtuber 直播：DAU 平均提升 26%，Kobo Kanaeru 直播时 60% 观众已认识游戏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40080" y="455371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🐷 本地 meme 内容（Flute/Tiger）有机传播效果 &gt; 官方宣传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40080" y="480974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⭐ KOC Star Cultivation：主题 Easy Play Easy Win，5K Gold/视频 + $50 ad boost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上线时间线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875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— Indonesia + Vietnam + Mexico 同步上线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36576" cy="324612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" name="Shape 4"/>
          <p:cNvSpPr/>
          <p:nvPr/>
        </p:nvSpPr>
        <p:spPr>
          <a:xfrm>
            <a:off x="1252728" y="1508760"/>
            <a:ext cx="274320" cy="27432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63040"/>
            <a:ext cx="731520" cy="3657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T-4W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91640" y="1417320"/>
            <a:ext cx="694944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封闭 Alpha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1463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200-500 人定向招募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目标：D2 &gt; 35%，服务器稳定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KOL 种子内容开始产出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52728" y="2331720"/>
            <a:ext cx="274320" cy="27432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286000"/>
            <a:ext cx="731520" cy="36576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860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T-2W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91640" y="2240280"/>
            <a:ext cx="694944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限量测试扩大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22860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1000-3000 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开放 TikTok/YouTube KOL 内容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Discord 社区正式开放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52728" y="3154680"/>
            <a:ext cx="274320" cy="2743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108960"/>
            <a:ext cx="731520" cy="3657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1089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T-0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91640" y="3063240"/>
            <a:ext cx="694944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公测上线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0" y="31089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 + VN + MX 同步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UAC + TikTok 付费启动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Vtuber 直播 campaign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52728" y="3977640"/>
            <a:ext cx="274320" cy="27432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931920"/>
            <a:ext cx="731520" cy="36576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931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T+1M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91640" y="3886200"/>
            <a:ext cx="694944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数据复盘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0" y="39319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R7 &gt; 10% 达标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开始 Phase 2 市场评估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Battle Pass 第一赛季收官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预算分配 &amp; OM 目标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参考预算：$50-100K/月（视测试数据调整）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UAC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463040"/>
            <a:ext cx="612648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0" y="1463040"/>
            <a:ext cx="3063240" cy="3474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8732520" y="14173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 付费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2029968"/>
            <a:ext cx="612648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0" y="2029968"/>
            <a:ext cx="1225296" cy="347472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2" name="Text 10"/>
          <p:cNvSpPr/>
          <p:nvPr/>
        </p:nvSpPr>
        <p:spPr>
          <a:xfrm>
            <a:off x="8732520" y="1984248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YouTube 付费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2596896"/>
            <a:ext cx="612648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0" y="2596896"/>
            <a:ext cx="918972" cy="34747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2551176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145536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KOL/KOC 合作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3163824"/>
            <a:ext cx="612648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2560320" y="3163824"/>
            <a:ext cx="612648" cy="347472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8732520" y="3118104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712464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Apple Search Ads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3730752"/>
            <a:ext cx="612648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Shape 21"/>
          <p:cNvSpPr/>
          <p:nvPr/>
        </p:nvSpPr>
        <p:spPr>
          <a:xfrm>
            <a:off x="2560320" y="3730752"/>
            <a:ext cx="306324" cy="34747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8732520" y="368503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251960"/>
            <a:ext cx="822960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315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OM 目标（Phase 1）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45902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459028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CPR $0.40-0.60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03120" y="45902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R7 &gt;10%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0" y="45902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自然 &gt;35%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45902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0" y="459028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CPR $0.30-0.40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45902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R7 &gt;10%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0" y="45902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自然 &gt;35%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26480" y="45902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459028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299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CPR $0.25-0.35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89520" y="45902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R7 &gt;8%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459028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自然 &gt;30%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立即行动计划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0" cy="117043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5486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1612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Alpha 测试启动（目标 200人招募）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508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评分修复（服务器稳定性优先）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8562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KOL 种子名单确认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31720"/>
            <a:ext cx="548640" cy="1170432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31720"/>
            <a:ext cx="5486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4414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TikTok/YouTube 素材制作启动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2788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Discord 社区建设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31363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ID/VN/MX 本地化启动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117043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11880"/>
            <a:ext cx="548640" cy="117043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611880"/>
            <a:ext cx="5486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7216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Beta 测试扩大（1000人）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4069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Google UAC 账户结构搭建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44165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Lookalike 受众包配置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937760"/>
            <a:ext cx="8229600" cy="91440"/>
          </a:xfrm>
          <a:prstGeom prst="rect">
            <a:avLst/>
          </a:prstGeom>
          <a:solidFill>
            <a:srgbClr val="58A6F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and Glory — 市场发行方案 v3</dc:title>
  <dc:subject>PptxGenJS Presentation</dc:subject>
  <dc:creator>Ops Brain</dc:creator>
  <cp:lastModifiedBy>Ops Brain</cp:lastModifiedBy>
  <cp:revision>1</cp:revision>
  <dcterms:created xsi:type="dcterms:W3CDTF">2026-04-08T04:18:53Z</dcterms:created>
  <dcterms:modified xsi:type="dcterms:W3CDTF">2026-04-08T04:18:53Z</dcterms:modified>
</cp:coreProperties>
</file>