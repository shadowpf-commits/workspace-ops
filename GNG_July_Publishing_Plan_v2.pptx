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22860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 AND GLORY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7月大版本发行方案 v2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 · PVE · 3C升级 · 留存为核心  |  2026年4月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产品核心定位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进去抢，活着出来就是你的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产品定位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920240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9202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中世纪地牢 Extraction RPG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957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单局时长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395728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3957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5–15分钟快节奏单局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7121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商业化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871216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87121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Hero直购（本次测试不宣传BP等付费内容）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4670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当前状态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346704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334670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Play 3.7 ⚠  ·  测试：MX/CO  ·  4-6月停服维护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2A1A0A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86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7月目标：3.8 emergency trigger → 4.0+（3.8是紧急触发线，低于此评分流量将受限）  |  留存是最优先目标，外围活动/改动都不如 ingame 痛点改动有效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7月大版本核心内容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651760" cy="2011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92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⚔ Arena 竞技场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4892040"/>
            <a:ext cx="2651760" cy="2011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4892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🏰 PVE 模式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4892040"/>
            <a:ext cx="2651760" cy="20116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4892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3C 核心升级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目标用户估算逻辑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 TA 不是“所有MOBA用户”——而是经过年龄 × 品类偏好 × 市场渗透率 × 转化率筛选后的实际可触达用户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总人口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737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例：印尼 2.8亿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1214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128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网民 / 智能手机用户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212848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2128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80%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5968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883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年龄段筛选（16-30岁）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688336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6883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~25%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0723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638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品类偏好（竞技/射击/MOBA）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163824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1638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~15%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35478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39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 市场渗透率（MOBA成熟度）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639312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6393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High/Growing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03120" y="4023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3931920" cy="41148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 Reachable 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4114800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114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 最终可触达用户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2A1A0A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572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 拉美MOBA渗透说明：MLBB全球MAU ~24.6M，巴西/墨西哥仅列“Growing”（非High）。MOBA在拉美体量远小于SEA，TA规模应保守估算。参考：MLBB Brazil #7全球兴趣，Wild Rift在BR/MX有渗透但无官方数据。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目标用户规模估算（修正版）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 = 网民 × 年龄段 × 品类偏好 × 市场渗透率 × 转化率（所有漏斗均需相乘）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184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🇮🇩 Indonesia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645920"/>
            <a:ext cx="73152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645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最优先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482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1-3M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26700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MLBB High / AOV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57276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6184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🇻🇳 Vietnam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1645920"/>
            <a:ext cx="73152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645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最优先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0" y="198424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20482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91840" y="2231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0.8-2M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26700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9184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AOV MAU ~4-6M（已验证）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57276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16184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🇲🇽 Mexico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09560" y="1645920"/>
            <a:ext cx="731520" cy="25603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1645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第三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09360" y="198424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20482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0" y="2231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0.3-0.8M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126480" y="26700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 Growing + MLBB Growing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26440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310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🇧🇷 Brazil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40280" y="3337560"/>
            <a:ext cx="731520" cy="25603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6" name="Text 34"/>
          <p:cNvSpPr/>
          <p:nvPr/>
        </p:nvSpPr>
        <p:spPr>
          <a:xfrm>
            <a:off x="2240280" y="33375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" y="367588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739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39227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0.3-0.8M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57200" y="43616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526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MLBB Growing #7全球兴趣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91840" y="326440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291840" y="3310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🇦🇷 Argentina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74920" y="3337560"/>
            <a:ext cx="731520" cy="25603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5" name="Text 43"/>
          <p:cNvSpPr/>
          <p:nvPr/>
        </p:nvSpPr>
        <p:spPr>
          <a:xfrm>
            <a:off x="5074920" y="33375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第四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474720" y="367588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0" y="3739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91840" y="39227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0.1-0.3M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3291840" y="43616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91840" y="4526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LoL PC传承 / WR渗透低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26480" y="326440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126480" y="3310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🇨🇱 Chile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909560" y="3337560"/>
            <a:ext cx="731520" cy="25603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4" name="Text 52"/>
          <p:cNvSpPr/>
          <p:nvPr/>
        </p:nvSpPr>
        <p:spPr>
          <a:xfrm>
            <a:off x="7909560" y="33375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第五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309360" y="367588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6" name="Text 54"/>
          <p:cNvSpPr/>
          <p:nvPr/>
        </p:nvSpPr>
        <p:spPr>
          <a:xfrm>
            <a:off x="6126480" y="3739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26480" y="39227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0.05-0.2M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6126480" y="43616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26480" y="4526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LoL PC传承 / WR渗透低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5029200"/>
            <a:ext cx="8229600" cy="91440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目标用户三层漏斗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657600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 — 核心用户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MOBA 品类玩家（5v5/竞技类）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单市场 ~0.05-3M  |  6市场合计 ~3-9M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2011680"/>
            <a:ext cx="4206240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2011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SECONDARY — 次核心用户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" y="2331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竞技品类 + RPG 玩家（Extraction/PvP/地牢）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5877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单市场 ~0.2-6M  |  6市场合计 ~7-20M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-91440" y="2971800"/>
            <a:ext cx="4572000" cy="9144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-91440" y="2971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TERTIARY — 泛用户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-914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动作游戏轻度用户 / 世界杯泛流量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-91440" y="3547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单市场 ~0.5-15M  |  6市场合计 ~20-45M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▼ 漏斗 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各市场三层估算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10058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371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市场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0" y="1371600"/>
            <a:ext cx="91440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371600"/>
            <a:ext cx="10058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371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次核心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80960" y="1371600"/>
            <a:ext cx="10058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371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泛用户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🇮🇩 Indonesia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1691640"/>
            <a:ext cx="914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1-3M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169164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3-6M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169164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8-15M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19456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🇻🇳 Vietnam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60720" y="2194560"/>
            <a:ext cx="91440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2194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0.8-2M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219456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2-4M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80960" y="219456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5-10M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69748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🇲🇽 Mexico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60720" y="2697480"/>
            <a:ext cx="914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06440" y="2697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0.3-0.8M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269748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1-2M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80960" y="269748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2668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3-6M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20040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🇧🇷 Brazil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60720" y="3200400"/>
            <a:ext cx="91440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06440" y="3200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0.3-0.8M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75120" y="320040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1-2M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80960" y="320040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2668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4-8M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370332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🇦🇷 Argentina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60720" y="3703320"/>
            <a:ext cx="914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3703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0.1-0.3M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675120" y="370332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084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0.3-0.8M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680960" y="370332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2668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1-2M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54880" y="420624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🇨🇱 Chile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760720" y="4206240"/>
            <a:ext cx="91440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4206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0.05-0.2M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75120" y="420624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084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0.2-0.5M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680960" y="420624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2668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0.5-1M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754880" y="4663440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0" y="4663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= MOBA品类  |  次核心 = 竞技+地牢RPG  |  泛用户 = 动作轻度+世界杯流量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7月大版本核心内容（三大营销素材支柱）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测试重点：留存（Battle Pass等付费内容本次不宣传）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⚔ #1 竞技场 Arena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228600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0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最高营销价值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PVP核心玩法，天梯/排名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4963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可做大量素材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天梯冲分 / 以弱胜强 / 公平竞技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191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地牢风险回报 / 装备驱动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611880"/>
            <a:ext cx="23774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素材格式: 15s竖屏×3版 | TikTok/YT Reels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65176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389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🏰 #2 PVE 模式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1810512"/>
            <a:ext cx="2286000" cy="2560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1810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留存利器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降低门槛，留存友好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24963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适合「新手友好」叙事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2843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新手友好 / 通关成就感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3191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剧情体验 / 组队副本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29000" y="3611880"/>
            <a:ext cx="23774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素材格式: 15-30s版 | YT/TikTok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1325880"/>
            <a:ext cx="265176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389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#3 3C 核心升级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1810512"/>
            <a:ext cx="2286000" cy="25603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810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核心玩法质变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Control + Camera + Character整体升级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24963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易用性（视野）·操作性（精准度）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2843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打击感（反馈）·策略性（观察）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3191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Before/After对比视频素材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611880"/>
            <a:ext cx="23774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素材格式: 并排对比视频 | YT/FB/买量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竞品分析：手游近战搜打撤赛道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手游「中世纪地牢 + 近战 + Extraction + 英雄技能」= 真正品类空白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19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Arena Breakout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FPS写实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❌近战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6304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265176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P2W争议，15-30分钟局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164592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719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Delta Force Mobile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20391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FPS写实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❌近战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1188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265176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Extraction是附加，非核心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64592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719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MISFITZ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0391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Top-down卡通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2331720"/>
            <a:ext cx="822960" cy="237744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✅近战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072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92040" y="265176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最接近但非中世纪/地牢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03720" y="164592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1719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Roads of Ruin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20391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Top-down ARPG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40880" y="2331720"/>
            <a:ext cx="822960" cy="237744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✅近战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90956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39" name="Text 37"/>
          <p:cNvSpPr/>
          <p:nvPr/>
        </p:nvSpPr>
        <p:spPr>
          <a:xfrm>
            <a:off x="790956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040880" y="265176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1" name="Text 39"/>
          <p:cNvSpPr/>
          <p:nvPr/>
        </p:nvSpPr>
        <p:spPr>
          <a:xfrm>
            <a:off x="699516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RPG而非Extraction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PC/Console 参考（用户认知来源，无手游版本）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749040"/>
            <a:ext cx="822960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3749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Dark and Darker — 中世纪地牢 Extraction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041648"/>
            <a:ext cx="822960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4041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Hunt: Showdown — 中世纪近战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334256"/>
            <a:ext cx="822960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3342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Marvel Rivals — 英雄+地牢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KOC 爆发策略（替代大KOL投放）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测试期预算有限，不走大KOL路线。利用现有KOC种子用户做有机传播爆发。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02336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27632"/>
            <a:ext cx="73152" cy="13716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🎮 Easy Play, Easy Win 计划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给KOC方向 + 给资源 + 持续沟通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5K Gold/视频，最多4视频/周期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10 获得官方推广 + $50 ad boost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每周检查performance metrics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627632"/>
            <a:ext cx="402336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27632"/>
            <a:ext cx="73152" cy="13716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🏆 Arena 挑战赛（UGC传播）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8483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举办Arena冲分挑战赛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KOC参与有奖励（皮肤/Gold）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赛事内容二创传播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锚定「Arena回来了」的舆论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402336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36392"/>
            <a:ext cx="73152" cy="13716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27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🤝 老玩家召回计划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59359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定向邀请老测试玩家回归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提供Arena独占体验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口碑裂变：老带新奖励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Discord/FB社群激活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136392"/>
            <a:ext cx="402336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36392"/>
            <a:ext cx="73152" cy="13716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27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World Cup 热点绑定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59359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蹭世界杯话题做内容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Arena世界杯地图上线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 the Exit话题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比赛日有机爆发（不花钱买量）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72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CPM参考（实际验证）：YouTube $0.29 · TikTok $0.56 · UGC活动 $2.31（KOC有机传播CPM极低）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素材 breakdown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测试重点：留存（Battle Pass等付费内容不宣传）  |  优先素材：Arena + 组队类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64592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素材类型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280160"/>
            <a:ext cx="109728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164592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内容方向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14630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80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格式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14630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80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600200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60020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 实况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03120" y="1600200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16002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竞技型玩家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600200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60020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天梯冲分 / 以弱胜强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600200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15s竖屏×3版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600200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TikTok/YT Reels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020824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020824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 真人反应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03120" y="2020824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2020824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泛用户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020824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020824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开黑翻车集锦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020824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020824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竖屏×2版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2020824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2020824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2441448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244144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PVE 实录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103120" y="2441448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2441448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新手玩家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0" y="2441448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244144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新手友好 / 通关成就感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41448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244144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15-30s版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2441448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244144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YT/TikTok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2862072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286207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3C 对比（旧vs新）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03120" y="2862072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76272" y="2862072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所有用户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0" y="2862072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286207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Camera变更 / 打击感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2862072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2862072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并排对比视频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09360" y="2862072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2512" y="2862072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YT/FB/买量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3282696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328269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新英雄展示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03120" y="3282696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76272" y="3282696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核心用户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00400" y="3282696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73552" y="328269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技能展示 / 强度分析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46320" y="3282696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9472" y="3282696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10s技能+立绘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09360" y="3282696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82512" y="3282696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YT/KOC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7200" y="3703320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" y="370332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组队开黑片段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103120" y="3703320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76272" y="370332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社交型玩家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00400" y="3703320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73552" y="370332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和朋友一起玩的乐趣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46320" y="3703320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19472" y="37033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竖屏/横版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309360" y="3703320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82512" y="37033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TikTok/FB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" y="4123944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0352" y="4123944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迷因向短剪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103120" y="4123944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76272" y="4123944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MZ世代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200400" y="4123944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73552" y="4123944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地牢翻车搞笑集锦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846320" y="4123944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19472" y="4123944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5-10s梗视频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309360" y="4123944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82512" y="4123944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57200" y="4544568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0352" y="454456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World Cup 绑定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103120" y="4544568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76272" y="4544568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所有用户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200400" y="4544568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73552" y="454456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世界杯热点 + Arena地图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846320" y="4544568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19472" y="454456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5-15s热点视频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309360" y="4544568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82512" y="454456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TikTok有机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区域差异化宣传策略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234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🌏 ID/VN（老市场）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7月大版本上线，所有人一起回归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新玩家：上手容易 | 老玩家：Arena+PVE内容更新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0" y="1371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版本回来了，这次不一样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31720"/>
            <a:ext cx="73152" cy="1234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🌎 CO/MX/AR/CL（南北开放）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北部（CO/MX）+ 南部（AR/CL）同步开放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017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北部回归玩家 + 南部新玩家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42316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终于等到你！南北全面开放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57600"/>
            <a:ext cx="73152" cy="12344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30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🇧🇷 巴西（新市场首次）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069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服务器回来了，欢迎老玩家回归，新玩家加入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3434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4343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老玩家召回为主，新玩家补充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74904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服务器回来了，你还在吗？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983480"/>
            <a:ext cx="8229600" cy="10972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02920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无预算，纯 ingame event + 少量 OM 素材  |  测试阶段，KOC为主，KOL按需。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推广时间轴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全部目标市场7月同步上线（ID/VN/MX + AR/BR/CL）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325880"/>
            <a:ext cx="36576" cy="338328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1371600"/>
            <a:ext cx="274320" cy="27432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44168"/>
            <a:ext cx="731520" cy="34747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441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298448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3441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停服维护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3441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评分改善（3.8为紧急触发线） · 本地化启动 · KOC名单确认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52728" y="2066544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39112"/>
            <a:ext cx="73152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3911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1993392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0391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预热期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03911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KOC种子内容 · Discord激活 · Arena开发日志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52728" y="2761488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34056"/>
            <a:ext cx="73152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340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2688336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7340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预约+预热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273405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预约开放 · World Cup预热绑定 · KOC挑战赛启动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52728" y="3456432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429000"/>
            <a:ext cx="731520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290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3383280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大版本上线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4290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T-7:Arena预告 · T日:Arena+PVE上线 · World Cup有机爆发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52728" y="4151376"/>
            <a:ext cx="274320" cy="27432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123944"/>
            <a:ext cx="731520" cy="34747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239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7月后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91640" y="4078224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41239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留存运营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41239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D7数据追踪 · KOC持续运营 · Phase2评估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预算分配建议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参考预算：$50-100K/月（测试期，KOC为主，KOL按需）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UAC（谷歌搜索+Play）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0" y="1463040"/>
            <a:ext cx="512064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1463040"/>
            <a:ext cx="256032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8321040" y="14173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主渠道，稳定量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付费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2148840"/>
            <a:ext cx="512064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2148840"/>
            <a:ext cx="1280160" cy="34747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1031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有机放大，世界杯绑定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8163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 付费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834640"/>
            <a:ext cx="512064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3108960" y="2834640"/>
            <a:ext cx="768096" cy="3474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788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186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内容沉淀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5021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KOC 合作（种子用户）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3520440"/>
            <a:ext cx="512064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108960" y="3520440"/>
            <a:ext cx="512064" cy="34747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3474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904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有机爆发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15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ASA = Apple Search Ads（苹果搜索广告）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5902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Store 内的付费搜索流量，用户主动搜索时展示，精准但量小。测试期可小预算测试。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越南暑假非世界杯国家策略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越南暑假（6-8月）与世界杯（6月中-7月）时间重叠。非世界杯国家，蹭热度能力有限，需本地化独立打法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26060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🏟 Arena Challenge Tournament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本地赛事：Arena冲分挑战赛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奖品：本地热门奖品（手机/游戏手柄/充值卡）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KOC参与门槛低，二创传播自然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口号：Arena暑假杯，等你来战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51760" cy="26060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783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🎬 本地 KOC 种子内容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22402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本地KOC（越南语）制作内容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Arena真实对战片段 + 地牢探险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KOC有机传播为主，不花大钱买量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UGC挑战赛：最好笑翻车集锦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51760" cy="26060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783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🎮 暑假专属游戏内活动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2402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暑假限定地图（越南风格地牢）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登录送暑假限定皮肤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组队开黑奖励加成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低门槛参与，高社交传播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98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💰 预算说明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7365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Minimal budget — 包含在现有 KOC 预算内。本地KOC合作 + 少量 OM 素材费用。不单独申请预算。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外挂后置处理策略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行业参考：Valorant（每日Ban名单+设备指纹） · Apex（EA anticheat） · PUBG Mobile（硬件封禁+统计异常检测）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141732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73152" cy="14173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📋 每日 Ban 名单更新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每日检测并Ban作弊账号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公开每日Ban名单（官方公告）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形成威慑：作弊会被抓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参考：Valorant 每日Ban公示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141732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73152" cy="14173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783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📱 设备指纹封禁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167128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IMEI/MAC/硬件指纹关联封禁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换账号无法解封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封禁设备黑名单库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对批量开挂工作室最有效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023360" cy="141732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46120"/>
            <a:ext cx="73152" cy="14173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📊 统计异常检测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21608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AI检测异常游戏数据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如：爆头率异常/移动轨迹异常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配合人工复查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减少误封，保护正常玩家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4023360" cy="141732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46120"/>
            <a:ext cx="73152" cy="14173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📢 公开Ban公告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721608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每周/每日官方公示Ban名单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社区公告：作弊者被处理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社交媒体传播：游戏在维护公平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形成正向舆论：认真做反外挂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754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 核心原则：宁可少Ban不错Ban，误封比漏封更伤玩家信任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新老用户差异化策略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93192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👤 老用户策略 — 召回为主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口径：Arena回来了，你还在吗？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召回渠道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Email/Push定向 + Discord激活 + 再营销广告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召回钩子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Arena新玩法 + 登录送限定皮肤/装备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专属活动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Arena传说杯（老玩家天梯赛）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老带新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邀请新玩家得Arena限定货币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D7留存目标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召回D7 ≥ 50%（有基础的老玩家更高）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93192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🆕 新用户策略 — 转化为主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口径：5分钟进地牢抢宝，活着出来就是你的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920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转化渠道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TikTok有机 + YouTube教学 + KOC种子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转化钩子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PVE低门槛（新手友好）+ 3C升级展示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2926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专属活动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新人地牢周（全通送稀有装备）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新手引导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3分钟入门 + Arena新手专属天梯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D7留存目标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≥ 35%（品类均值）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572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共同KPI：老用户召回率≥15%  |  新用户D7≥35%  |  Arena老用户参与率≥60% / 新用户≥40%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立即行动项（4-6月）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停服维护期 · 准备冲刺阶段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0" cy="111556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548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35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评分改善（3.8为紧急触发线，目标4.0）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印尼/越南/巴西本地化（6月中前）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947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KOC种子名单确认（5月底前）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2037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广告素材制作（6月中前）：Arena实况×3版 / PVE实录 / 3C对比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60320"/>
            <a:ext cx="548640" cy="111556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548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670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预约页面开放（6月中）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Discord社区激活（持续）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1821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World Cup 热点内容储备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4381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KOC Arena挑战赛规则设计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94760"/>
            <a:ext cx="548640" cy="11155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94760"/>
            <a:ext cx="548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044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智利/阿根廷本地化（7月前）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4160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日本市场评估（Q3决策）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44165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巴西Free Fire社群打入（KOC种子）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— 7月大版本发行方案 v2</dc:title>
  <dc:subject>PptxGenJS Presentation</dc:subject>
  <dc:creator>Ops Brain</dc:creator>
  <cp:lastModifiedBy>Ops Brain</cp:lastModifiedBy>
  <cp:revision>1</cp:revision>
  <dcterms:created xsi:type="dcterms:W3CDTF">2026-04-09T09:45:38Z</dcterms:created>
  <dcterms:modified xsi:type="dcterms:W3CDTF">2026-04-09T09:45:38Z</dcterms:modified>
</cp:coreProperties>
</file>