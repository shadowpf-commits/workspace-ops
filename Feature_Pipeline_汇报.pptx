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463040"/>
            <a:ext cx="73152" cy="20116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182880" cy="1828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371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spc="400" kern="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功能 Pipeline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18872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视频生成与社交媒体自动化平台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老板汇报材料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88720" y="3474720"/>
            <a:ext cx="22860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  |  Internal Use Only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30天计划总览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73152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60120"/>
            <a:ext cx="54864" cy="7315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目标：确保视频生成和 AI 粗剪功能可用、基础水军能力、系统稳定运行（5-10用户）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4069080" cy="141732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28800"/>
            <a:ext cx="54864" cy="1417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视频生成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已完成：标准化预处理流程、角色/场景一致性标准、Prompt 优化规范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下一步：视频元素拆分与一致性优化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828800"/>
            <a:ext cx="4069080" cy="141732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4" name="Shape 12"/>
          <p:cNvSpPr/>
          <p:nvPr/>
        </p:nvSpPr>
        <p:spPr>
          <a:xfrm>
            <a:off x="4617720" y="1828800"/>
            <a:ext cx="54864" cy="1417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✂️ 视频剪辑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2286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已完成：视频内容分析、AI 粗剪、背景音乐匹配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2697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下一步：Gemini 多模态分析接入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4069080" cy="141732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83280"/>
            <a:ext cx="54864" cy="14173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水军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3840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已完成：社区自动互动、游戏论坛舆情分析、多账号分发逻辑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251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下一步：策略 Agent 训练优化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3383280"/>
            <a:ext cx="4069080" cy="141732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24" name="Shape 22"/>
          <p:cNvSpPr/>
          <p:nvPr/>
        </p:nvSpPr>
        <p:spPr>
          <a:xfrm>
            <a:off x="4617720" y="3383280"/>
            <a:ext cx="54864" cy="14173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个人空间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00600" y="3840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已完成：用户资产隔离、生成内容管理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4251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下一步：权限与存储优化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耗时占比分析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部署与 Bug 修改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77440" y="1188720"/>
            <a:ext cx="5029200" cy="320040"/>
          </a:xfrm>
          <a:prstGeom prst="rect">
            <a:avLst/>
          </a:prstGeom>
          <a:solidFill>
            <a:srgbClr val="3D2952"/>
          </a:solidFill>
          <a:ln/>
        </p:spPr>
      </p:sp>
      <p:sp>
        <p:nvSpPr>
          <p:cNvPr id="7" name="Shape 5"/>
          <p:cNvSpPr/>
          <p:nvPr/>
        </p:nvSpPr>
        <p:spPr>
          <a:xfrm>
            <a:off x="2377440" y="1188720"/>
            <a:ext cx="226314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0" y="1143000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跨平台兼容性（Linux/Windows 环境变量）、大文件处理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视频生成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377440" y="2148840"/>
            <a:ext cx="5029200" cy="320040"/>
          </a:xfrm>
          <a:prstGeom prst="rect">
            <a:avLst/>
          </a:prstGeom>
          <a:solidFill>
            <a:srgbClr val="3D2952"/>
          </a:solidFill>
          <a:ln/>
        </p:spPr>
      </p:sp>
      <p:sp>
        <p:nvSpPr>
          <p:cNvPr id="13" name="Shape 11"/>
          <p:cNvSpPr/>
          <p:nvPr/>
        </p:nvSpPr>
        <p:spPr>
          <a:xfrm>
            <a:off x="2377440" y="2148840"/>
            <a:ext cx="125730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0" y="210312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技术线探索、API 集成测试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水军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377440" y="3108960"/>
            <a:ext cx="5029200" cy="320040"/>
          </a:xfrm>
          <a:prstGeom prst="rect">
            <a:avLst/>
          </a:prstGeom>
          <a:solidFill>
            <a:srgbClr val="3D2952"/>
          </a:solidFill>
          <a:ln/>
        </p:spPr>
      </p:sp>
      <p:sp>
        <p:nvSpPr>
          <p:cNvPr id="19" name="Shape 17"/>
          <p:cNvSpPr/>
          <p:nvPr/>
        </p:nvSpPr>
        <p:spPr>
          <a:xfrm>
            <a:off x="2377440" y="3108960"/>
            <a:ext cx="1005840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0" y="3063240"/>
            <a:ext cx="411480" cy="4114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 Agent 逻辑、多账号分发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视频剪辑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377440" y="4069080"/>
            <a:ext cx="5029200" cy="320040"/>
          </a:xfrm>
          <a:prstGeom prst="rect">
            <a:avLst/>
          </a:prstGeom>
          <a:solidFill>
            <a:srgbClr val="3D2952"/>
          </a:solidFill>
          <a:ln/>
        </p:spPr>
      </p:sp>
      <p:sp>
        <p:nvSpPr>
          <p:cNvPr id="25" name="Shape 23"/>
          <p:cNvSpPr/>
          <p:nvPr/>
        </p:nvSpPr>
        <p:spPr>
          <a:xfrm>
            <a:off x="2377440" y="4069080"/>
            <a:ext cx="50292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7498080" y="402336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粗剪算法、BGM 匹配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663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重点优化方向：部署流程自动化，减少跨平台兼容性问题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90天计划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60120"/>
            <a:ext cx="54864" cy="6400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960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目标：摆脱对泰国团队依赖，实现自动化内容生产，一键多内容生成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83080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80160" y="19202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结构化项目知识库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286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Andrej Karpathy 工作流构建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834640"/>
            <a:ext cx="54864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280160" y="29718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更多 Action Agent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337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决策、执行、监控 Agent 链路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8229600" cy="91440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886200"/>
            <a:ext cx="54864" cy="9144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280160" y="40233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List 扩展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389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扩展核心工作流覆盖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69080" cy="182880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4069080" cy="457200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模型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Gemini（多模态分析）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Lyria（音乐生成）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1005840"/>
            <a:ext cx="4069080" cy="182880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1005840"/>
            <a:ext cx="4069080" cy="457200"/>
          </a:xfrm>
          <a:prstGeom prst="rect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5544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FFmpeg（视频处理）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Discord 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069080" cy="182880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971800"/>
            <a:ext cx="4069080" cy="457200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Linux 云服务器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Windows 本地环境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2971800"/>
            <a:ext cx="4069080" cy="182880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8" name="Shape 16"/>
          <p:cNvSpPr/>
          <p:nvPr/>
        </p:nvSpPr>
        <p:spPr>
          <a:xfrm>
            <a:off x="4617720" y="2971800"/>
            <a:ext cx="4069080" cy="457200"/>
          </a:xfrm>
          <a:prstGeom prst="rect">
            <a:avLst/>
          </a:prstGeom>
          <a:solidFill>
            <a:srgbClr val="EC4899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35204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Storyboard Studio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Video Editor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 Analyst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800" kern="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下一步计划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828800" y="182880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23160" y="1828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视频生成：角色/场景一致性标准落地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0" y="2468880"/>
            <a:ext cx="411480" cy="4114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23160" y="2468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水军：策略 Agent 逻辑优化与训练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28800" y="3108960"/>
            <a:ext cx="411480" cy="4114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23160" y="31089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部署：自动化流程搭建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828800" y="374904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0" y="3749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23160" y="3749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List：扩展更多核心工作流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645920" y="4206240"/>
            <a:ext cx="5852160" cy="54864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7" name="Shape 15"/>
          <p:cNvSpPr/>
          <p:nvPr/>
        </p:nvSpPr>
        <p:spPr>
          <a:xfrm>
            <a:off x="1645920" y="4206240"/>
            <a:ext cx="73152" cy="5486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0" y="42062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目标：30天内实现完整视频自动化生产链路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功能 Pipeline 汇报</dc:title>
  <dc:subject>PptxGenJS Presentation</dc:subject>
  <dc:creator>Ops Team</dc:creator>
  <cp:lastModifiedBy>Ops Team</cp:lastModifiedBy>
  <cp:revision>1</cp:revision>
  <dcterms:created xsi:type="dcterms:W3CDTF">2026-04-10T05:56:06Z</dcterms:created>
  <dcterms:modified xsi:type="dcterms:W3CDTF">2026-04-10T05:56:06Z</dcterms:modified>
</cp:coreProperties>
</file>