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 功能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8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发行内容制作平台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80467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73152" cy="10972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核心目标：30天实现素材自动化 → 60天数据洞察闭环 → 年底完整独立发行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我们最终成为什么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一个基于 AI 的自动化发行平台：输入知识库，输出一键可执行的完整发行方案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结构化知识库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1828800" cy="2743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Karpathy 工作流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项目材料 → 冷启动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知识积累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28600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网络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3200400"/>
            <a:ext cx="1828800" cy="2743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 / 执行 / 监控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多类型 Agent 协同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自动化工作流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228600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一键输出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200400"/>
            <a:ext cx="1828800" cy="2743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Plan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Budget/Event Plan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建设计划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我们目前在哪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228600"/>
            <a:ext cx="1097280" cy="365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14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2514600" cy="4572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游戏声量（爬虫）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游戏舆情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Ingame数据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OM获客（暂无）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560320" cy="2560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8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Campaign（规划中）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18096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0644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6749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080760" y="1051560"/>
            <a:ext cx="25146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67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051560"/>
            <a:ext cx="2514600" cy="457200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645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素材生成与分发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水军运营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Community Plan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Budget Plan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Event Plan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KOC建设计划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5486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前提：进来需先绑定游戏 | 知识库基于 Andrej Karpathy 工作流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1371600"/>
            <a:ext cx="676656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188720"/>
            <a:ext cx="365760" cy="36576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5146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180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2514600" cy="41148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验证：AOV验证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水军投入使用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素材生成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水军运营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视频粗剪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18872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914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691640"/>
            <a:ext cx="25146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691640"/>
            <a:ext cx="2514600" cy="4114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验证：GNG泰国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独立发行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9260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数据洞察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主动式Agent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188720"/>
            <a:ext cx="365760" cy="36576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914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1691640"/>
            <a:ext cx="25146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691640"/>
            <a:ext cx="2514600" cy="4114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验证：孵化项目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全流程验证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9260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完整闭环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一键生成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甩脱依赖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0-30：当前阶段进度（4月底目标）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86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67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3886200" cy="457200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 — 前20天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视频内容分析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671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167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粗剪流程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642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背景音乐匹配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1181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18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素材分发基础框架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935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593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水军运营策略设计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用户资产隔离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3886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051560"/>
            <a:ext cx="388620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 — 到4月底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72C4"/>
                </a:solidFill>
              </a:rPr>
              <a:t>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视频生成标准化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1671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72C4"/>
                </a:solidFill>
              </a:rPr>
              <a:t>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2167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角色/场景一致性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6426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72C4"/>
                </a:solidFill>
              </a:rPr>
              <a:t>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642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 Agent 上线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1181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72C4"/>
                </a:solidFill>
              </a:rPr>
              <a:t>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3118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系统稳定性测试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5935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72C4"/>
                </a:solidFill>
              </a:rPr>
              <a:t>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3593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预处理优化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30-60：6月底目标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228600"/>
            <a:ext cx="1371600" cy="365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本期重点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14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251460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爬虫接入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声量分析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 API数据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514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51560"/>
            <a:ext cx="251460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主动式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发行方案生成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决策链路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执行与监控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514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051560"/>
            <a:ext cx="251460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645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Plan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Plan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Event Plan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KOC建设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8046720" cy="5486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本期不重点：视频产出、水军运营（已上线，持续运行）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一年计划：90天详细路线（到6月底）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146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251460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结构化知识库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Karpathy工作流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GNG材料冷启动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5146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4A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514600" cy="457200"/>
          </a:xfrm>
          <a:prstGeom prst="rect">
            <a:avLst/>
          </a:prstGeom>
          <a:solidFill>
            <a:srgbClr val="2C4A7C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GNG发行知识库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OM创意/预算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Community/Influencer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方案质量≥80%人工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5146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4A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051560"/>
            <a:ext cx="2514600" cy="457200"/>
          </a:xfrm>
          <a:prstGeom prst="rect">
            <a:avLst/>
          </a:prstGeom>
          <a:solidFill>
            <a:srgbClr val="2C4A7C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更多Action 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645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Post Agent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日报/周报Agent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Latte/社交/ST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7150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List 扩展：覆盖规划/决策/执行/监控关键节点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年底目标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862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388620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功能完成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完成 P1/P2 功能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发行能力更健壮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Skills + MD 复用到更多产品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886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51560"/>
            <a:ext cx="3886200" cy="4572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优化思考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用户离研发更近：智能客服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研发离用户更近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Agent 美化问题收集反馈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804672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孵化项目：一个产品全流程独立发行验证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914400" cy="4572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051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视频生成标准化 + 角色一致性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18488"/>
            <a:ext cx="914400" cy="4572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18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16184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 Agent 训练 + 上线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85416"/>
            <a:ext cx="91440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854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18541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爬虫接入 + 声量分析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91440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523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7523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舆情监控分渠道配置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914400" cy="4572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19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3192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系统稳定性测试（5-10用户）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914400" cy="4572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用户空间权限隔离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4月底 AOV验证 → 6月底 GNG泰国独立发行 → 年底 完整独立发行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Gobs功能Pipeline</dc:title>
  <dc:subject>PptxGenJS Presentation</dc:subject>
  <dc:creator>Ops Team</dc:creator>
  <cp:lastModifiedBy>Ops Team</cp:lastModifiedBy>
  <cp:revision>1</cp:revision>
  <dcterms:created xsi:type="dcterms:W3CDTF">2026-04-10T07:31:02Z</dcterms:created>
  <dcterms:modified xsi:type="dcterms:W3CDTF">2026-04-10T07:31:02Z</dcterms:modified>
</cp:coreProperties>
</file>