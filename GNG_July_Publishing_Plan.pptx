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22860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AND GLORY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7月大版本完整发行策略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· PVE · 3C升级 · UA买量 · 本地化  |  2026年4月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产品核心定位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进去抢，活着出来就是你的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产品定位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920240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9202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中世纪地牢 Extraction RPG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95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单局时长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395728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957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5–15分钟快节奏单局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商业化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871216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87121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Hero直购 + Battle Pass + 皮肤外观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467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当前状态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346704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334670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Play 3.7 ⚠  ·  测试：MX/CO  ·  4-6月停服维护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2A1A0A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86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7月目标：3.7 → 4.0+（3.7分是市场门槛，7月前需改善）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7月大版本核心内容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651760" cy="2011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⚔ Arena 竞技场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4892040"/>
            <a:ext cx="2651760" cy="2011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🏰 PVE 模式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4892040"/>
            <a:ext cx="2651760" cy="2011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3C 核心升级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7月大版本核心内容（三大营销素材支柱）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三个内容支柱构成7月营销的核心素材库，所有广告素材、KOL合作均围绕这三个展开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⚔ #1 竞技场 Arena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28600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最高营销价值   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PVP核心玩法，天梯/排名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可做大量素材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天梯冲分 / 以弱胜强 / 公平竞技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2552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地牢风险回报 / 装备驱动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70332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15s竖屏×3版 | TikTok/YT Reels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🏰 #2 PVE 模式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874520"/>
            <a:ext cx="228600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874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留存利器  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降低门槛，留存友好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560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适合「新手友好」叙事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29077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新手友好 / 通关成就感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32552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剧情体验 / 组队副本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29000" y="370332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15-30s版 | YT/TikTok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0" y="4114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#3 3C 核心升级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874520"/>
            <a:ext cx="2286000" cy="25603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874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核心玩法质变  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Control + Camera + Character整体升级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2560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易用性（视野）·操作性（精准度）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29077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打击感（反馈）·策略性（观察）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32552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Before/After对比视频素材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370332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并排对比视频 | YT/FB/买量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26480" y="4114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983480"/>
            <a:ext cx="8229600" cy="9144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竞品分析：手游近战搜打撤赛道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87552"/>
            <a:ext cx="8229600" cy="6400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875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手游「中世纪地牢 + 近战 + Extraction + 英雄技能」= 真正品类空白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9659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105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Arena Breakout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腾讯/MoreFun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FPS写实 · 15-30min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❌近战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63040" y="2651760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6517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443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❌地牢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63040" y="2944368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29443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❌英雄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324612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P2W争议，服务器，15-30分钟局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06040" y="1737360"/>
            <a:ext cx="19659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18105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Delta Force Mobile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21305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06040" y="23591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FPS写实 · 15-30min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2651760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2697480" y="26517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❌近战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11880" y="2651760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26517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97480" y="2944368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29443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❌地牢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11880" y="2944368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29443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❌英雄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0" y="324612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3" name="Text 31"/>
          <p:cNvSpPr/>
          <p:nvPr/>
        </p:nvSpPr>
        <p:spPr>
          <a:xfrm>
            <a:off x="269748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Extraction是附加，非核心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1737360"/>
            <a:ext cx="19659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8105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MISFITZ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21305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Antihero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23591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Top-down卡通 · 5-10min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651760"/>
            <a:ext cx="868680" cy="237744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6517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✅近战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60720" y="2651760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0" y="26517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2944368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9443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❌地牢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2944368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29443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❌英雄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92040" y="324612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最接近但非中世纪/地牢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03720" y="1737360"/>
            <a:ext cx="19659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18105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Roads of Ruin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03720" y="21305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03720" y="23591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Top-down ARPG · 15-20min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95160" y="2651760"/>
            <a:ext cx="868680" cy="237744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53" name="Text 51"/>
          <p:cNvSpPr/>
          <p:nvPr/>
        </p:nvSpPr>
        <p:spPr>
          <a:xfrm>
            <a:off x="6995160" y="26517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✅近战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909560" y="2651760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55" name="Text 53"/>
          <p:cNvSpPr/>
          <p:nvPr/>
        </p:nvSpPr>
        <p:spPr>
          <a:xfrm>
            <a:off x="7909560" y="26517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995160" y="2944368"/>
            <a:ext cx="868680" cy="237744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57" name="Text 55"/>
          <p:cNvSpPr/>
          <p:nvPr/>
        </p:nvSpPr>
        <p:spPr>
          <a:xfrm>
            <a:off x="6995160" y="29443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✅地牢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909560" y="2944368"/>
            <a:ext cx="86868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59" name="Text 57"/>
          <p:cNvSpPr/>
          <p:nvPr/>
        </p:nvSpPr>
        <p:spPr>
          <a:xfrm>
            <a:off x="7909560" y="29443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❌英雄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040880" y="324612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1" name="Text 59"/>
          <p:cNvSpPr/>
          <p:nvPr/>
        </p:nvSpPr>
        <p:spPr>
          <a:xfrm>
            <a:off x="699516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RPG而非Extraction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PC/Console 参考（用户认知来源，但无手游版本）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4" name="Text 62"/>
          <p:cNvSpPr/>
          <p:nvPr/>
        </p:nvSpPr>
        <p:spPr>
          <a:xfrm>
            <a:off x="59436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Dark and Darker — 中世纪地牢 Extraction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6" name="Text 64"/>
          <p:cNvSpPr/>
          <p:nvPr/>
        </p:nvSpPr>
        <p:spPr>
          <a:xfrm>
            <a:off x="59436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Hunt: Showdown — 中世纪，近战武器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8" name="Text 66"/>
          <p:cNvSpPr/>
          <p:nvPr/>
        </p:nvSpPr>
        <p:spPr>
          <a:xfrm>
            <a:off x="59436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Marvel Rivals — 英雄技能 + 地牢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目标用户规模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 实证结论：MOBA品类用户是主要投放目标（基于历史UA测试，D7/R2/CPR均最优）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🇮🇩 Indonesia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673352"/>
            <a:ext cx="73152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6733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最优先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756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25-35M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15-25M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9900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MLBB High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16002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645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🇻🇳 Vietnam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1673352"/>
            <a:ext cx="73152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6733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最优先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0" y="201168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0756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TA（MOBA）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2258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4-6M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2560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4-7M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29900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AOV（Sensor Tower验证）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16002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1645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🇲🇽 Mexico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09560" y="1673352"/>
            <a:ext cx="731520" cy="2560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16733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第三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09360" y="201168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0756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TA（MOBA）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2258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10-15M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26480" y="2560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2648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8-15M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29900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 Growing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33756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🇧🇷 Brazil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40280" y="3410712"/>
            <a:ext cx="731520" cy="2560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9" name="Text 37"/>
          <p:cNvSpPr/>
          <p:nvPr/>
        </p:nvSpPr>
        <p:spPr>
          <a:xfrm>
            <a:off x="2240280" y="34107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第二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080" y="374904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8130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3995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15-22M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57200" y="42976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480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3-6M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47274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MLBB Growing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333756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9184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🇦🇷 Argentina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74920" y="3410712"/>
            <a:ext cx="731520" cy="25603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9" name="Text 47"/>
          <p:cNvSpPr/>
          <p:nvPr/>
        </p:nvSpPr>
        <p:spPr>
          <a:xfrm>
            <a:off x="5074920" y="34107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第四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74720" y="374904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1" name="Text 49"/>
          <p:cNvSpPr/>
          <p:nvPr/>
        </p:nvSpPr>
        <p:spPr>
          <a:xfrm>
            <a:off x="3291840" y="38130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TA（MOBA）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91840" y="3995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4-6M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291840" y="42976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91840" y="4480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2-5M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291840" y="47274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LoL PC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26480" y="333756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12648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🇨🇱 Chile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909560" y="3410712"/>
            <a:ext cx="731520" cy="25603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9" name="Text 57"/>
          <p:cNvSpPr/>
          <p:nvPr/>
        </p:nvSpPr>
        <p:spPr>
          <a:xfrm>
            <a:off x="7909560" y="34107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第五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309360" y="374904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1" name="Text 59"/>
          <p:cNvSpPr/>
          <p:nvPr/>
        </p:nvSpPr>
        <p:spPr>
          <a:xfrm>
            <a:off x="6126480" y="38130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TA（MOBA）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126480" y="3995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1-2M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126480" y="42976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26480" y="4480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0.5-1M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126480" y="47274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LoL PC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4983480"/>
            <a:ext cx="8229600" cy="109728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区域差异化宣传策略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🌏 亚洲（ID/VN）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09728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097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老市场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417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7月大版本上线，所有人一起回归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6733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673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新玩家：上手容易 | 老玩家：内容更新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9293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929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按需，OM为主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版本回来了，内容更多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31720"/>
            <a:ext cx="73152" cy="1234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04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🌎 拉美（CO/MX/AR/CL）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2423160"/>
            <a:ext cx="109728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南北全面开放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743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2743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北部（CO/MX）+ 南部（AR/CL）同步开放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2999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2999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北部回归玩家 + 南部新玩家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25526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32552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按需，OM为主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42316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423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2697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终于等到你！南北全面开放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657600"/>
            <a:ext cx="73152" cy="12344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730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🇧🇷 巴西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3749040"/>
            <a:ext cx="1097280" cy="2560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6" name="Text 34"/>
          <p:cNvSpPr/>
          <p:nvPr/>
        </p:nvSpPr>
        <p:spPr>
          <a:xfrm>
            <a:off x="4297680" y="3749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时隔1年首次开服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4069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1600" y="4069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服务器回来了，欢迎老玩家回归，新玩家加入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43251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71600" y="4325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老玩家召回为主，新玩家补充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4581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71600" y="45811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老玩家召回侧重点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74904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37760" y="4023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服务器回来了，你还在吗？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4983480"/>
            <a:ext cx="8229600" cy="10972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502920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非正式上线（测试阶段），预算有限。OM为主，KOL/KOC按区域单独评估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素材细化 breakdown（按渠道/格式/受众）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预计素材总量：各市场约 100-200 个组合，优先测试 Arena + 组队类素材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64592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素材类型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298448"/>
            <a:ext cx="109728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2984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298448"/>
            <a:ext cx="164592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98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内容方向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14630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984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格式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298448"/>
            <a:ext cx="14630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984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618488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61848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实况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03120" y="1618488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1618488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竞技型玩家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618488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61848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天梯冲分 / 以弱胜强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618488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61848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15s竖屏×3版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618488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61848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TikTok/YT Reels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039112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0391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真人反应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03120" y="2039112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2039112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泛用户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039112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0391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开黑翻车集锦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039112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039112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竖屏×2版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2039112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2039112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459736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245973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PVE 实录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03120" y="2459736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2459736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新手玩家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0" y="2459736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45973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新手友好 / 通关成就感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59736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2459736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15-30s版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2459736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2459736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YT/TikTok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2880360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288036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3C 对比（旧vs新）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03120" y="2880360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76272" y="288036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所有用户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2880360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288036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Camera变更前后 / 打击感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2880360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288036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并排对比视频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09360" y="2880360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288036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YT/FB/买量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300984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330098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新英雄展示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03120" y="3300984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76272" y="3300984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核心用户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0" y="3300984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330098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技能展示 / 强度分析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46320" y="3300984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9472" y="330098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10s技能+立绘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09360" y="3300984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82512" y="330098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YT/KOL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" y="3721608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372160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组队开黑片段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103120" y="3721608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76272" y="3721608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社交型玩家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0" y="3721608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73552" y="372160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和朋友一起玩的乐趣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46320" y="3721608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9472" y="372160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竖屏/横版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309360" y="3721608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82512" y="372160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TikTok/FB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" y="4142232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0352" y="414223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迷因向短剪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103120" y="4142232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76272" y="4142232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MZ世代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0" y="4142232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73552" y="414223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地牢翻车搞笑集锦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846320" y="4142232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19472" y="4142232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5-10s梗视频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309360" y="4142232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82512" y="4142232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57200" y="4562856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0352" y="456285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玩家UGC二创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103120" y="4562856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76272" y="4562856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所有用户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200400" y="4562856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73552" y="456285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官方转发激励扩散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846320" y="4562856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19472" y="4562856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UGC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09360" y="4562856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82512" y="4562856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社媒矩阵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KOL矩阵（分层 × 宣传点 × CPM）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类型：泛游戏主播为主，不采用纯垂类/Vtuber  |  OM为主，KOL按需决策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05840" cy="7772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Macro KOL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粉丝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100万+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6276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地区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3464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BR/MX/CO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6276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平台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6276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CPM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9496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$10-15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6276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内容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Pillar 1+2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1214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品牌背书 + 泛用户破圈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23160"/>
            <a:ext cx="1005840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23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Mid KOL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2496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粉丝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5448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10-100万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2496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地区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3464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ID/VN/BR/MX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2496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平台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+ YouTube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2496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CPM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9496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$8-12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496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内容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7512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54480" y="299008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深度实况 + Arena/PVE体验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291840"/>
            <a:ext cx="1005840" cy="7772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2918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Micro KOL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3649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粉丝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554480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1-10万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33649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地区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834640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ID/VN/BR/MX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3649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平台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0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33649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CPM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94960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$5-8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0" y="33649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内容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75120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Pillar 2+3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554480" y="38587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素人口碑 + 真实反应 + Meme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160520"/>
            <a:ext cx="1005840" cy="77724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1605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Nano KOL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554480" y="42336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粉丝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554480" y="4453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1万以下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834640" y="42336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地区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834640" y="4453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全部5国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114800" y="42336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平台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14800" y="4453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+ Discord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94960" y="42336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CPM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94960" y="4453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$2-5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75120" y="42336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内容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675120" y="4453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Pillar 2+4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554480" y="472744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UGC扩散 + 种子用户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5029200"/>
            <a:ext cx="8229600" cy="9144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世界杯利用方案（2026 World Cup）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1A1A0A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墨西哥是共同举办国（比赛城市：墨西哥城、瓜达拉哈拉、蒙特雷）；阿根廷若进决赛阶段则拉美全面峰值。7月所有创意内容绑定足球话题。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🏆 Arena世界杯主题地图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7月推出世界杯主题地牢地图，提取物=大力神杯，绑定足球话题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874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Predict the Exit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194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TikTok发起预测话题——谁能活着出地牢，蹭世界杯预测热潮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023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0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📺 比赛日加投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MX/AR/BR比赛日当天加投，用户中场休息刷手机是黄金时段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880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⚽ 足球KOL跨界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找体育解说/球迷账号（非纯游戏KOL）做跨界内容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4023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86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🎉 进球庆祝表情包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206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官方发布进球庆祝GIF/表情包，引导用户在足球话题下讨论GNG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推广时间轴（关键节点）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全部目标市场7月同步上线（亚洲+拉美+美国）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36576" cy="338328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399032"/>
            <a:ext cx="274320" cy="274320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0" cy="34747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325880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准备期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评分改善 · 本地化 · KOL名单 · 广告素材制作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52728" y="2093976"/>
            <a:ext cx="274320" cy="2743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66544"/>
            <a:ext cx="731520" cy="34747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665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4-5月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020824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066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停服维护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0665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素材储备 · KOL接触 · Discord建设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52728" y="2788920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61488"/>
            <a:ext cx="73152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614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2715768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761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预热期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7614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官宣+预约开放 · KOL内容爆发 · 世界杯预热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52728" y="3483864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456432"/>
            <a:ext cx="731520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564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410712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大版本爆发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4564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T-7:Arena预告 · T日:KOL同步爆发 · T+7:BP发售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52728" y="4178808"/>
            <a:ext cx="274320" cy="27432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151376"/>
            <a:ext cx="731520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513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8月+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91640" y="4105656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4151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长尾运营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41513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赛季+内容 · 世界波延续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预算分配建议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参考预算：$80-150K/月（测试期，视数据调整）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463040"/>
            <a:ext cx="2450592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732520" y="1417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付费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057400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2057400"/>
            <a:ext cx="1531620" cy="34747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20116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付费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651760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651760"/>
            <a:ext cx="918972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6060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27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KOL/KOC 合作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246120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3246120"/>
            <a:ext cx="918972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8732520" y="32004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221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840480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3840480"/>
            <a:ext cx="306324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37947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98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CPM参考（历史验证数据）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736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YouTube官方 $0.29  |  TikTok官方 $0.56  |  UGC活动 $2.31  |  KOL合作 $10-20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立即行动项（4-6月）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停服维护期 · 准备冲刺阶段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548640" cy="111556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最高优先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43000" y="14081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评分改善（3.7→3.8，目标4.0）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印尼/越南/巴西本地化（6月中前）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920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KOL名单确认（5月底前）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762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广告素材制作（6月中前）：Arena实况×3版 / PVE实录 / 3C对比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32888"/>
            <a:ext cx="548640" cy="11155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32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重要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" y="26426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预约页面开放（6月中）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8986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Discord社区激活（持续）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154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买量素材制作（TikTok竖屏各2版）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67328"/>
            <a:ext cx="548640" cy="11155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67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跟进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3000" y="387705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智利/阿根廷/美国本地化（7月前）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4133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日本市场评估（Q3决策）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KOL正式合作谈判（6月前）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7月大版本发行方案</dc:title>
  <dc:subject>PptxGenJS Presentation</dc:subject>
  <dc:creator>Ops Brain</dc:creator>
  <cp:lastModifiedBy>Ops Brain</cp:lastModifiedBy>
  <cp:revision>1</cp:revision>
  <dcterms:created xsi:type="dcterms:W3CDTF">2026-04-08T06:46:41Z</dcterms:created>
  <dcterms:modified xsi:type="dcterms:W3CDTF">2026-04-08T06:46:41Z</dcterms:modified>
</cp:coreProperties>
</file>