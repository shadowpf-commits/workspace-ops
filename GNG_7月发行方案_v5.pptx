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AND GLORY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7月大版本发行方案 v5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 · PVE · 3C升级 · 留存为核心  |  2026年4月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Internal Use Only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产品核心定位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8E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进去抢，活着出来就是你的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中世纪地牢 Extraction RPG（近战搜打撤）| 单局10-20分钟 | Hero直购（本次不宣传BP等付费）
</a:t>
            </a:r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当前状态：Google Play 3.7 ⚠ · 4-6月停服维护 · 7月重新开服
</a:t>
            </a:r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前几次测试留存未达标 → 7月版本3C大改后重新验证（3C迎合MOBA爽感）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7月大版本三大核心内容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3C 核心升级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第一优先·质变体验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Control+Camera+Character整体升级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迎合MOBA爽感（技能释放体验类似）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Before/After对比 = 最强素材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素材：并排对比 | YT/FB/买量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⚔ Arena 竞技场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第二·最高营销价值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PVP核心玩法，天梯排名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天梯冲分/以弱胜强/公平竞技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素材：15s竖屏×3版 | TikTok/YT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283464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🏰 PVE 模式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第三·留存利器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5661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降低门槛，新手友好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通关成就感/组队副本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素材：15-30s | YT/TikTok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FFEB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669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核心原则：留存是最优先目标 | 发行活动只辅助触达，不承担留存 | ingame痛点改动 &gt;&gt; 外围活动 | 评分3.8紧急触发线→目标4.0+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目标用户估算逻辑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TA不是"所有MOBA用户" —— 而是经过 年龄×品类偏好×市场渗透率×转化率 筛选后的实际可触达用户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总人口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298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例：印尼2.8亿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4297680" cy="411480"/>
          </a:xfrm>
          <a:prstGeom prst="roundRect">
            <a:avLst>
              <a:gd name="adj" fmla="val 22222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01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网民/智能手机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8013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×80%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042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年龄段(16-30)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042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×~25%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278892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8072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品类偏好(竞技/MOBA)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8072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×~15%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291840"/>
            <a:ext cx="3474720" cy="411480"/>
          </a:xfrm>
          <a:prstGeom prst="roundRect">
            <a:avLst>
              <a:gd name="adj" fmla="val 22222"/>
            </a:avLst>
          </a:prstGeom>
          <a:solidFill>
            <a:srgbClr val="FFF3E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10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市场渗透率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310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×High/Growing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3794760"/>
            <a:ext cx="3200400" cy="411480"/>
          </a:xfrm>
          <a:prstGeom prst="roundRect">
            <a:avLst>
              <a:gd name="adj" fmla="val 22222"/>
            </a:avLst>
          </a:prstGeom>
          <a:solidFill>
            <a:srgbClr val="FFEBEE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Reachable 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8130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最终可触达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1280160"/>
            <a:ext cx="612648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37160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拉美MOBA渗透说明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MLBB全球MAU ~24.6M，巴西/墨西哥仅列"Growing"（非High）。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MOBA在拉美体量远小于SEA，TA规模应保守估算。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参考：MLBB Brazil #7全球兴趣 | Wild Rift在BR/MX有渗透但无官方数据。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 = MOBA成熟市场（MLBB/AOV统治）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= MOBA发展中市场（LoL PC传承，手游渗透低）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目标用户规模估算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= 网民 × 年龄段 × 品类偏好 × 市场渗透率 × 转化率（所有漏斗均需相乘）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645920"/>
                <a:gridCol w="41148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Reachable 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参考游戏/用户来源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MOBA渗透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High / AOV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最优先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AOV MAU ~4-6M（已验证）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MLBB Growing #7 | 全新用户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 Growing + MLBB 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第四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 PC传承 / WR渗透低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三层漏斗估算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次核心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竞技+地牢RPG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动作轻度+世界杯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印尼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越南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巴西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墨西哥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阿根廷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智利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0.05-0.2M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0.2-0.5M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= MOBA品类活跃玩家 | 次核心 = 竞技+地牢RPG兴趣 | 泛用户 = 动作轻度+世界杯流量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竞品分析：手游近战搜打撤赛道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手游「中世纪地牢 + 近战 + Extraction + 英雄技能」= 真正品类空白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914400"/>
                <a:gridCol w="914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手游竞品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近战?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中世纪?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与GNG差异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Breakout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写实FPS，P2W争议，15-30分钟局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Delta Force Mobile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FPS写实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Extraction是附加非核心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MISFITZ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Top-down卡通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最接近但非中世纪/地牢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Roads of Ruin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 ARPG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RPG而非Extraction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17520"/>
            <a:ext cx="10972800" cy="201168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0896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PC/Console参考 + 已死亡手游竞品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⚰️ Abyss of Dungeons（原Dark and Darker Mobile）— 已停服 2026.1.20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Krafton/Bluehole开发，UE5 | 软发布：US/CA/BR/MX/ID/TH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首日App Store #2→迅速跌出榜单 | 6月扩展东南亚/拉美同样无起色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失败原因：留存撑不住（品类适配问题）+ IP纠纷改名品牌断裂 + P2W争议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启示：直接移植端游Extraction到手游走不通，必须为移动端重新设计体验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Dark and Darker（PC端游）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中世纪地牢PvPvE，Steam峰值25万+，手游版已死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Hunt: Showdown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西部Extraction，近战+枪械 |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Escape from Tarkov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硬核FPS Extraction开创者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5212080"/>
            <a:ext cx="10972800" cy="1005840"/>
          </a:xfrm>
          <a:prstGeom prst="roundRect">
            <a:avLst>
              <a:gd name="adj" fmla="val 9091"/>
            </a:avLst>
          </a:prstGeom>
          <a:solidFill>
            <a:srgbClr val="FFEBE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53035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竞品格局判断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最大竞品Abyss of Dungeons已死 → 窗口期比预想更大。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但Krafton用最强资源都没跑通，说明移动端Extraction的留存是核心难题。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GNG差异化：3C迎合MOBA爽感（非照搬端游）+ Hero直购透明付费（非P2W）→ 方向正确，需7月数据验证。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区域差异化宣传策略（口径×受众×Key Message）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ID/VN（老市场·版本更新）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口径：7月大版本上线，所有人一起回归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新玩家：上手容易，PVE入门，10-20分钟一局地牢探险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老玩家：Arena+PVE+3C升级，你知道该回来了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Message：版本回来了，这次不一样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CO/MX + AR/CL（南北开放）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口径：南北同步开放，拉美终于全面开放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北部(CO/MX)：回归玩家 + 全面开放庆祝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南部(AR/CL)：全新市场，冷启动获量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Message：终于等到你！南北全面开放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1737360"/>
          </a:xfrm>
          <a:prstGeom prst="roundRect">
            <a:avLst>
              <a:gd name="adj" fmla="val 5263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🇧🇷 巴西（全新市场·无老用户）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口径：全新游戏上线，近战地牢搜打撤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无老用户基础（停服太久），按新游戏发行处理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重点：品类认知建立 + 3C升级后MOBA式爽感展示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不打情怀牌，打新鲜感 + Free Fire社群渗透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Message：中世纪地牢冒险，进去搜刮活着出来就是你的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新老用户差异化策略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E3F2F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老用户策略 — 召回为主（ID/VN）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Arena回来了，你还在吗？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Email/Push定向 + Discord激活 + 再营销广告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召回钩子：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Arena新玩法 + 登录送限定皮肤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Arena传说杯（老玩家天梯赛）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老带新：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邀请新玩家得Arena限定货币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D7留存目标：与新用户统一标准 ≥25%（目标）/ ≥20%（及格）
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品类太新，老用户回归也会像对待新游戏一样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8229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914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新用户策略 — 转化为主（全市场）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进地牢搜刮，活着出来就是你的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TikTok有机 + YouTube教学 + KOC种子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转化钩子：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PVE低门槛（新手友好）+ 3C升级展示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专属活动：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新人地牢周（全通送稀有装备）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新手引导：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3分钟入门 + Arena新手专属天梯
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D7留存目标：≥25%（目标） / ≥20%（及格）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9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共同KPI：D2 ≥ 50%（必须） | 新老用户D7统一标准 ≥20%及格 ≥25%目标 | Arena参与率 ≥ 40%+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素材 Breakdown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留存为核心 | 优先素材：Arena + 组队类 | BP等付费内容不宣传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743200"/>
                <a:gridCol w="18288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素材类型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目标受众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内容方向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格式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实况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竞技型玩家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天梯冲分/以弱胜强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15s竖屏×3版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TikTok/YT Reels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 真人反应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开黑翻车集锦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竖屏×2版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PVE 实录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新手友好/通关成就感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15-30s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3C 对比(旧vs新)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Camera/打击感升级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并排对比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YT/FB/买量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新英雄展示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技能展示/强度分析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10s技能+立绘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YT/KOC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组队开黑片段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社交型玩家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和朋友一起玩的乐趣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竖/横版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TikTok/FB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迷因向短剪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MZ世代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地牢翻车搞笑集锦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5-10s梗视频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Cup绑定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所有用户(MX)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世界杯热点+Arena地图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5-15s热点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TikTok有机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爆发策略（替代KOL投放）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测试期预算有限，不走KOL路线。利用KOC种子用户做有机传播爆发。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Easy Play, Easy Win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给KOC方向+资源+持续沟通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5K Gold/视频，最多4视频/周期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Top10获官方推广+$50 ad boost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每周检查performance metrics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280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Arena 挑战赛（UGC）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KOC参与有奖（皮肤/Gold）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赛事内容二创传播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锚定「Arena回来了」舆论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老玩家召回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定向邀请老测试玩家回归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提供Arena独占体验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口碑裂变：老带新奖励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Discord/FB社群激活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3566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 World Cup绑定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3931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蹭世界杯话题做内容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Arena世界杯地图上线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 the Exit话题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比赛日有机爆发（不花钱买量）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CPM参考（实际验证）：YouTube $0.29 · TikTok $0.56 · UGC活动 $2.31（KOC有机传播CPM极低）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预算分配建议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参考预算：$50-100K/月（测试期，KOC为主，不使用KOL）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6400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渠道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预算占比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UAC（搜索+Play）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主渠道，历史验证最稳定，打底获量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TikTok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有机放大，世界杯绑定，配合KOC内容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 付费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内容沉淀，品牌认知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合作（种子用户）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有机爆发，Star Cultivation Program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520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 = Apple Search Ads（苹果搜索广告）— App Store付费搜索流量，精准但量小。测试期可小预算额外测试（不含在上述占比内）。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越南暑假非世界杯国家策略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越南暑假(6-8月)与世界杯(6月中-7月)重叠。非世界杯国家，蹭热度有限，需本地化独立打法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 Arena Challenge Tournament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本地赛事：Arena冲分挑战赛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奖品：本地热门（手机/手柄/充值卡）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KOC参与门槛低，二创自然传播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口号：Arena暑假杯，等你来战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本地KOC种子内容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本地KOC（越南语）制作内容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Arena真实对战+地牢探险片段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有机传播为主，不花大钱买量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UGC挑战：最好笑翻车集锦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1887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280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暑假专属ingame活动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64592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暑假限定地图（越南风格地牢）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登录送暑假限定皮肤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组队开黑奖励加成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低门槛参与，高社交传播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预算：Minimal — 包含在现有KOC预算内。本地KOC合作+少量OM素材费用，不单独申请预算。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推广时间轴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全部目标市场7月同步上线（ID/VN/MX + AR/BR/CL）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0972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8412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关键动作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停服维护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评分改善(修核心差评问题)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本地化启动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预热期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KOC种子内容开始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Discord社群激活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Arena开发日志释放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预约+预热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Cup预热绑定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KOC挑战赛启动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广告素材制作完成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大版本上线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T-7:Arena预告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T日:全渠道上线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AR/CL/BR同步开服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World Cup有机爆发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留存运营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D2/D7数据追踪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评分监控(目标4.0+)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KOC持续运营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Phase2评估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关键指标与决策点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红线 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及格线 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 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 (R2)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 (R7)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&lt;3.8 启动预案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&gt;$1.0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老用户召回率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Arena参与率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747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5661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推进软发布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D2≥50% + D7≥20%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评分≥4.0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CPR可控，渠道效率验证通过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26480" y="34747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35661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继续优化，不放量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D7&lt;20% → 产品问题优先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D2&lt;50% → 新手体验问题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评分&lt;3.8 → 紧急预案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外挂后置处理策略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行业参考：Valorant（每日Ban+设备指纹）· Apex（EA anticheat）· PUBG Mobile（硬件封禁+统计异常检测）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每日Ban名单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每日检测并Ban作弊账号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公开Ban名单（威慑）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参考：Valorant每日Ban公示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设备指纹封禁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IMEI/MAC/硬件关联封禁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换账号无法解封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对批量工作室最有效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统计异常检测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AI检测异常数据（爆头率/轨迹）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配合人工复查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减少误封保护正常玩家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18872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2801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公开Ban公告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160020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每周官方公示Ban名单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社媒传播正向舆论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认真做反外挂=口碑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核心原则：宁可少Ban不错Ban — 误封比漏封更伤玩家信任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立即行动项（4-6月停服维护期）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行动项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截止时间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评分改善 — 修核心差评问题（3.8紧急触发线→目标4.0）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印尼/越南/巴西本地化完成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KOC种子名单确认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广告素材制作：Arena实况×3 / PVE实录 / 3C对比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预约页面开放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Discord社区激活（持续运营）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World Cup热点内容储备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6月初前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KOC Arena挑战赛规则设计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智利/阿根廷本地化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7月前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巴西Free Fire社群打入（KOC种子）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6月底前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日本市场评估（Q3决策）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7月核心任务：TA重新验证设计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3C大改后MOBA用户是否仍是最佳TA？不能假设，必须验证。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分层Campaign结构（Google UAC）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4754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受众定向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验证目的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MOBA受众包（MLBB/AOV/WR兴趣）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验证MOBA用户留存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RPG/地牢受众包（地牢/暗黑/Extraction）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验证品类核心用户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泛竞技受众包（FPS/BR/Action）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验证泛用户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Camp-D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Broad（无定向）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对照组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验证报告模板（T+30输出）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097280"/>
                <a:gridCol w="109728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最佳/次优/淘汰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RPG/地牢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泛竞技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02920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5120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为什么要重新验证？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前几次测试中MOBA用户留存最好 — 但那时核心玩法不同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7月3C升级迎合MOBA爽感 → 理论上MOBA用户应该更好，但需要数据确认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如果RPG/地牢用户反而D7更高 → 后续软发布的TA定义需要调整
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结论直接影响后续所有OM预算分配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评分管理策略（最大单点风险）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当前3.7 → 3.8紧急触发线 → 目标4.0+ | 评分每降0.1，获量成本上升10-15%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关服期（4-6月）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回复所有1-2星差评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响应率影响算法权重
   • 约5-10%用户会修改评分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差评主题分类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服务器/操作手感/外挂/匹配
   • 标注7月版本是否修复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准备评分引导策略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确定弹窗时机和文案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准备A/B测试方案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开服后（关键72小时）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评分引导弹窗时机：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✅ 首次Arena胜利后
  ✅ 首次PVE通关后
  ✅ 连续登录3天后
  ❌ 首次死亡后（绝对不要）
  ❌ 付费弹窗后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每日评分战报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新增评价数/星级分布/差评主题
  • 每日同步团队群
</a:t>
            </a:r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差评快速响应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1星差评2小时内回复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紧急预案SOP（评分 &lt; 3.8 触发）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立即暂停OM投放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（低评分时投放=浪费钱，用户看到3.7就走了）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差评分析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：提取最近48小时1-2星差评，归类主题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产品紧急修复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：Top 1差评主题如果是bug，24小时内hotfix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公告策略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：社群/商店页发布"我们听到了+正在修"的公告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恢复标准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：连续3天评分≥3.8 → 恢复OM投放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评分不是辅助指标 — 它是OM效率的前提条件。3.5以下Google Play会主动限流。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 7月大版本发行方案 v5 | P17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区域对比看板（每周填报）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全区同步上线 = 必须有标准化对比框架，数据驱动决策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3017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🇮🇩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🇻🇳 VN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🇲🇽 MX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🇧🇷 BR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🇦🇷 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🇨🇱 CL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判断标准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≥50%及格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≥20%及格 ≥25%目标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&lt;$0.65及格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Organic%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≥30%及格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≥4.0目标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TA最佳层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MOBA/RPG/泛竞技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决策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加投/优化/止损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加投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≥ 目标线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 可控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 ≥ 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增加30-50%预算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624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F3E0"/>
          </a:solidFill>
          <a:ln/>
        </p:spPr>
      </p:sp>
      <p:sp>
        <p:nvSpPr>
          <p:cNvPr id="9" name="Text 6"/>
          <p:cNvSpPr/>
          <p:nvPr/>
        </p:nvSpPr>
        <p:spPr>
          <a:xfrm>
            <a:off x="438912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优化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及格但CPR偏高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评分 3.8-4.0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优化素材/定向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不加预算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55280" y="402336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FEBEE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41148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止损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 &lt; 及格线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 评分 &lt; 3.8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暂停投放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资源转移到优质区域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小花 🌸 游戏发行专家</dc:creator>
  <cp:lastModifiedBy>小花 🌸 游戏发行专家</cp:lastModifiedBy>
  <cp:revision>1</cp:revision>
  <dcterms:created xsi:type="dcterms:W3CDTF">2026-04-13T09:43:19Z</dcterms:created>
  <dcterms:modified xsi:type="dcterms:W3CDTF">2026-04-13T09:43:19Z</dcterms:modified>
</cp:coreProperties>
</file>