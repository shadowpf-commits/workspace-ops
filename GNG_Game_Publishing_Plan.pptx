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645920"/>
            <a:ext cx="2286000" cy="4572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GOLD AND GLORY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市场发行方案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1 — Indonesia · Vietnam · Mexico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2026-04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游戏品类分析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704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49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核心循环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进入地牢  →  搜刮  →  战斗  →  提取（或死亡）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2011680" cy="3200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48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Extraction Shooter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60320" y="2148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竞技近战搜打撤 · Hero Extraction · 5v5 团战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196596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7889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⚔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48640" y="32461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5分钟速战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54787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地牢→战斗→提取，高频爽感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06040" y="2651760"/>
            <a:ext cx="196596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06040" y="27889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🏰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697480" y="32461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中世纪题材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97480" y="354787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铠甲、剑盾、城堡，差异化明显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651760"/>
            <a:ext cx="196596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27889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🛒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846320" y="32461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英雄直购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54787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非抽卡，付费透明，降低门槛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03720" y="2651760"/>
            <a:ext cx="196596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03720" y="278892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995160" y="32461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赛季制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95160" y="3547872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Battle Pass，保持长线回访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4348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商业化：Hero 直购（主） + Battle Pass（续） + 皮肤外观（辅）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目标用户规模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1 — 三大核心市场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508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🇮🇩 Indonesia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210312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11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TA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8-12M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Reachable TA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3-6M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3337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 Fire · PUBG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1417320"/>
            <a:ext cx="265176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91840" y="1508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🇻🇳 Vietnam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566160" y="1920240"/>
            <a:ext cx="210312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2011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TA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91840" y="2240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5-8M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291840" y="2697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Reachable TA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91840" y="2880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2-4M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291840" y="3337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 Fire · PUBG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26480" y="1417320"/>
            <a:ext cx="2651760" cy="2377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26480" y="1508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🇲🇽 Mexico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0" y="1920240"/>
            <a:ext cx="210312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20116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Core TA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26480" y="22402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6-10M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126480" y="26974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Reachable TA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26480" y="2880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4-8M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126480" y="3337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Free Fire · PUBG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1A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069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1 合计 Reachable TA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4297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9-18M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3200400" y="406908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重点：Extraction Shooter / 竞技射击用户是主要投放目标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优先使用 Free Fire / PUBG Mobile 玩家受众包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竞品分析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196596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Free Fire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MAU 100M+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东南亚 · 拉美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160020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28600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G&amp;G 机会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射击，非 Extraction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06040" y="1097280"/>
            <a:ext cx="196596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188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PUBG Mobile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15544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MAU 50M+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06040" y="19202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全球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88920" y="2240280"/>
            <a:ext cx="160020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6" name="Text 14"/>
          <p:cNvSpPr/>
          <p:nvPr/>
        </p:nvSpPr>
        <p:spPr>
          <a:xfrm>
            <a:off x="2606040" y="228600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G&amp;G 机会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97480" y="25146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20分钟局，移动端偏慢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1097280"/>
            <a:ext cx="196596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188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Warzone Mobile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15544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发展中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54880" y="19202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全球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37760" y="2240280"/>
            <a:ext cx="160020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28600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G&amp;G 机会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46320" y="25146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CoD品牌强，EA合规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03720" y="1097280"/>
            <a:ext cx="196596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1188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Lumeshift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03720" y="15544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刚软启动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03720" y="192024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 · 印尼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086600" y="2240280"/>
            <a:ext cx="160020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0" name="Text 28"/>
          <p:cNvSpPr/>
          <p:nvPr/>
        </p:nvSpPr>
        <p:spPr>
          <a:xfrm>
            <a:off x="6903720" y="2286000"/>
            <a:ext cx="1965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G&amp;G 机会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995160" y="25146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MOBA-Shooter，非纯 Extraction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solidFill>
            <a:srgbClr val="1A2A3A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1089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💡 移动端 Extraction Shooter 赛道，目前无强力选手。Free Fire 虽是射击但非 Extraction 机制。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3977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SWOT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463040" y="3977640"/>
            <a:ext cx="320040" cy="32004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6" name="Text 34"/>
          <p:cNvSpPr/>
          <p:nvPr/>
        </p:nvSpPr>
        <p:spPr>
          <a:xfrm>
            <a:off x="1463040" y="3977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874520" y="3977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5分钟节奏 · 中世纪题材差异化 · 英雄直购透明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291840" y="3977640"/>
            <a:ext cx="320040" cy="32004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39" name="Text 37"/>
          <p:cNvSpPr/>
          <p:nvPr/>
        </p:nvSpPr>
        <p:spPr>
          <a:xfrm>
            <a:off x="3291840" y="3977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703320" y="3977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3.7评分需提升 · 品类认知需建立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120640" y="3977640"/>
            <a:ext cx="320040" cy="32004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42" name="Text 40"/>
          <p:cNvSpPr/>
          <p:nvPr/>
        </p:nvSpPr>
        <p:spPr>
          <a:xfrm>
            <a:off x="5120640" y="3977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532120" y="3977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Extraction 空白 · FF 玩家可转化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949440" y="3977640"/>
            <a:ext cx="320040" cy="32004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45" name="Text 43"/>
          <p:cNvSpPr/>
          <p:nvPr/>
        </p:nvSpPr>
        <p:spPr>
          <a:xfrm>
            <a:off x="6949440" y="3977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360920" y="3977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Moonton 入局 · FF 推类似模式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趋势窗口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🇮🇩 Indonesia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10312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783080"/>
            <a:ext cx="2468880" cy="868680"/>
          </a:xfrm>
          <a:prstGeom prst="rect">
            <a:avLst/>
          </a:prstGeom>
          <a:solidFill>
            <a:srgbClr val="1A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28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Feb-Apr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2057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Ramadan + Lebaran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3134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🔥 最优先发行窗口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834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Jun-Aug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3063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暑假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3192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学生玩家增加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3840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全年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4069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TikTok 活跃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43251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短视频种草持续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91840" y="1097280"/>
            <a:ext cx="265176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1887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🇻🇳 Vietnam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566160" y="1645920"/>
            <a:ext cx="210312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0" name="Shape 18"/>
          <p:cNvSpPr/>
          <p:nvPr/>
        </p:nvSpPr>
        <p:spPr>
          <a:xfrm>
            <a:off x="3383280" y="1783080"/>
            <a:ext cx="2468880" cy="868680"/>
          </a:xfrm>
          <a:prstGeom prst="rect">
            <a:avLst/>
          </a:prstGeom>
          <a:solidFill>
            <a:srgbClr val="1A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1828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Jun-Aug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29000" y="2057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暑假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29000" y="23134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🎯 次优先发行窗口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29000" y="2834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Jan-Feb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29000" y="3063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Tet 春节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29000" y="33192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节日营销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26480" y="1097280"/>
            <a:ext cx="265176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118872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🇲🇽 Mexico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0" y="1645920"/>
            <a:ext cx="210312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0" name="Shape 28"/>
          <p:cNvSpPr/>
          <p:nvPr/>
        </p:nvSpPr>
        <p:spPr>
          <a:xfrm>
            <a:off x="6217920" y="1783080"/>
            <a:ext cx="2468880" cy="868680"/>
          </a:xfrm>
          <a:prstGeom prst="rect">
            <a:avLst/>
          </a:prstGeom>
          <a:solidFill>
            <a:srgbClr val="1A2A1A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18288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Jun-Jul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63640" y="2057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FIFA World Cup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63640" y="23134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🔥 MONSTER 事件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63640" y="2834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Sep 16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63640" y="30632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独立日 El Grito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63640" y="33192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爱国主题营销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上线时间线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1 — Indonesia + Vietnam + Mexico 同步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1554480"/>
            <a:ext cx="36576" cy="320040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6" name="Shape 4"/>
          <p:cNvSpPr/>
          <p:nvPr/>
        </p:nvSpPr>
        <p:spPr>
          <a:xfrm>
            <a:off x="1252728" y="1600200"/>
            <a:ext cx="274320" cy="27432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554480"/>
            <a:ext cx="731520" cy="36576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T-4W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91640" y="1508760"/>
            <a:ext cx="694944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1554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封闭 Alpha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0" y="15544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200-500 人定向招募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目标：D2 &gt; 35%，服务器稳定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KOL 种子内容开始产出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252728" y="2423160"/>
            <a:ext cx="274320" cy="274320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377440"/>
            <a:ext cx="731520" cy="36576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3774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T-2W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691640" y="2331720"/>
            <a:ext cx="694944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2377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C8C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限量测试扩大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23774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1000-3000 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开放 TikTok/YouTube KOL 内容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Discord 社区正式开放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252728" y="3246120"/>
            <a:ext cx="274320" cy="27432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200400"/>
            <a:ext cx="731520" cy="3657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004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T-0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691640" y="3154680"/>
            <a:ext cx="694944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0" y="3200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公测上线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0" y="320040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 + VN + MX 同步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 UAC + TikTok 付费启动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Vtuber 直播 campaign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252728" y="4069080"/>
            <a:ext cx="274320" cy="27432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4023360"/>
            <a:ext cx="731520" cy="365760"/>
          </a:xfrm>
          <a:prstGeom prst="rect">
            <a:avLst/>
          </a:prstGeom>
          <a:solidFill>
            <a:srgbClr val="D29922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0233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T+1M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691640" y="3977640"/>
            <a:ext cx="6949440" cy="731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0" y="4023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2992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数据复盘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0" y="40233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R7 &gt; 10% 达标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开始 Phase 2 市场评估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Battle Pass 第一赛季收官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渠道与预算分配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1 总预算参考：$50-100K/月（视测试数据调整）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 UAC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560320" y="1600200"/>
            <a:ext cx="612648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2560320" y="1600200"/>
            <a:ext cx="3063240" cy="36576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8778240" y="15544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50%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TikTok 付费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2240280"/>
            <a:ext cx="612648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Shape 9"/>
          <p:cNvSpPr/>
          <p:nvPr/>
        </p:nvSpPr>
        <p:spPr>
          <a:xfrm>
            <a:off x="2560320" y="2240280"/>
            <a:ext cx="1225296" cy="36576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2" name="Text 10"/>
          <p:cNvSpPr/>
          <p:nvPr/>
        </p:nvSpPr>
        <p:spPr>
          <a:xfrm>
            <a:off x="8778240" y="21945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20%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YouTube 付费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60320" y="2880360"/>
            <a:ext cx="612648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5" name="Shape 13"/>
          <p:cNvSpPr/>
          <p:nvPr/>
        </p:nvSpPr>
        <p:spPr>
          <a:xfrm>
            <a:off x="2560320" y="2880360"/>
            <a:ext cx="918972" cy="365760"/>
          </a:xfrm>
          <a:prstGeom prst="rect">
            <a:avLst/>
          </a:prstGeom>
          <a:solidFill>
            <a:srgbClr val="F85149"/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0" y="28346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5149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15%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474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KOL/KOC 合作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560320" y="3520440"/>
            <a:ext cx="612648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9" name="Shape 17"/>
          <p:cNvSpPr/>
          <p:nvPr/>
        </p:nvSpPr>
        <p:spPr>
          <a:xfrm>
            <a:off x="2560320" y="3520440"/>
            <a:ext cx="612648" cy="36576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0" name="Text 18"/>
          <p:cNvSpPr/>
          <p:nvPr/>
        </p:nvSpPr>
        <p:spPr>
          <a:xfrm>
            <a:off x="8778240" y="34747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C8C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114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Apple Search Ads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60320" y="4160520"/>
            <a:ext cx="6126480" cy="3657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3" name="Shape 21"/>
          <p:cNvSpPr/>
          <p:nvPr/>
        </p:nvSpPr>
        <p:spPr>
          <a:xfrm>
            <a:off x="2560320" y="4160520"/>
            <a:ext cx="306324" cy="36576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4" name="Text 22"/>
          <p:cNvSpPr/>
          <p:nvPr/>
        </p:nvSpPr>
        <p:spPr>
          <a:xfrm>
            <a:off x="8778240" y="41148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5%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CPM 参考：YouTube $0.29 · TikTok $0.56 · UGC $2.31 · KOL $10-20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KOL 策略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1A2A3A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515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核心洞察：泛游戏主播（Vtuber / General Gaming）&gt; 垂类 Extraction 主播    Vtuber 直播：DAU 平均提升 26%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20240"/>
            <a:ext cx="457200" cy="274320"/>
          </a:xfrm>
          <a:prstGeom prst="rect">
            <a:avLst/>
          </a:prstGeom>
          <a:solidFill>
            <a:srgbClr val="3FB95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🎮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泛游戏主播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Vtuber / General Gaming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主力渠道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828800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920240"/>
            <a:ext cx="457200" cy="274320"/>
          </a:xfrm>
          <a:prstGeom prst="rect">
            <a:avLst/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1920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291840" y="2377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FPS 竞技 YouTuber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2743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辅助渠道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精准触达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828800"/>
            <a:ext cx="265176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920240"/>
            <a:ext cx="457200" cy="274320"/>
          </a:xfrm>
          <a:prstGeom prst="rect">
            <a:avLst/>
          </a:prstGeom>
          <a:solidFill>
            <a:srgbClr val="BC8C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0" y="1920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🐷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26480" y="23774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本地 Meme 创作者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27432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病毒传播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低成本高回报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520440"/>
            <a:ext cx="8229600" cy="1463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611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KOC Star Cultivation Program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0" y="3611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主题：Easy Play, Easy Win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977640"/>
            <a:ext cx="7772400" cy="9144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0233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奖励：5K Gold/视频，最多 4 视频/周期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Top 10 获得官方推广 + $50 ad boost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每周检查 performance metrics，下滑时给 Special Mission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• 核心：给方向 + 给资源 + 持续沟通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OM 数据预估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36576"/>
          </a:xfrm>
          <a:prstGeom prst="rect">
            <a:avLst/>
          </a:prstGeom>
          <a:solidFill>
            <a:srgbClr val="BC8CFF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3716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1371600"/>
                <a:gridCol w="1371600"/>
                <a:gridCol w="1828800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市场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目标 CPR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目标 R2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目标 R7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自然占比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🇮🇩 印尼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29922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$0.40-0.60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&gt;38%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514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&gt;10%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&gt;35%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🇻🇳 越南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29922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$0.30-0.40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&gt;35%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514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&gt;10%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&gt;35%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🇲🇽 墨西哥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29922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$0.25-0.35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&gt;32%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85149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&gt;8%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&gt;30%</a:t>
                      </a:r>
                      <a:endParaRPr lang="en-US" sz="11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2651760"/>
            <a:ext cx="402336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2743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6个月累计下载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32004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乐观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011680" y="3200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3-5M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37033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中性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011680" y="37033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1.5-2.5M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94360" y="42062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保守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011680" y="4206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0.5-1M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663440" y="2651760"/>
            <a:ext cx="4023360" cy="21945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00600" y="2743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月流水估算（中性）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00600" y="32004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首月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217920" y="3200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$80-150K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800600" y="37033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3个月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217920" y="37033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$200-400K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800600" y="42062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6个月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217920" y="4206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$300-600K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Gold and Glory — 市场发行方案</dc:title>
  <dc:subject>PptxGenJS Presentation</dc:subject>
  <dc:creator>Ops Brain</dc:creator>
  <cp:lastModifiedBy>Ops Brain</cp:lastModifiedBy>
  <cp:revision>1</cp:revision>
  <dcterms:created xsi:type="dcterms:W3CDTF">2026-04-08T04:07:01Z</dcterms:created>
  <dcterms:modified xsi:type="dcterms:W3CDTF">2026-04-08T04:07:01Z</dcterms:modified>
</cp:coreProperties>
</file>