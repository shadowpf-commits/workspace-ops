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AND GLORY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7月大版本发行方案 v4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Arena · PVE · 3C升级 · 留存为核心  |  2026年4月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小花 🌸 游戏发行专家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Internal Use Only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小花 🌸 | GNG 7月大版本发行方案 v4 | P2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产品核心定位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0972800" cy="1280160"/>
          </a:xfrm>
          <a:prstGeom prst="roundRect">
            <a:avLst>
              <a:gd name="adj" fmla="val 7143"/>
            </a:avLst>
          </a:prstGeom>
          <a:solidFill>
            <a:srgbClr val="FFF8E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进去抢，活着出来就是你的
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中世纪地牢 Extraction RPG（近战搜打撤）| 单局10-20分钟 | Hero直购（本次不宣传BP等付费）
</a:t>
            </a:r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当前状态：Google Play 3.7 ⚠ · 4-6月停服维护 · 7月重新开服
</a:t>
            </a:r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前几次测试留存未达标 → 7月版本3C大改后重新验证（3C迎合MOBA爽感）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7月大版本三大核心内容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3566160" cy="2560320"/>
          </a:xfrm>
          <a:prstGeom prst="roundRect">
            <a:avLst>
              <a:gd name="adj" fmla="val 3571"/>
            </a:avLst>
          </a:prstGeom>
          <a:solidFill>
            <a:srgbClr val="E8F5E9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926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3C 核心升级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第一优先·质变体验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56616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Control+Camera+Character整体升级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迎合MOBA爽感（技能释放体验类似）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Before/After对比 = 最强素材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素材：并排对比 | YT/FB/买量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06240" y="2834640"/>
            <a:ext cx="3566160" cy="2560320"/>
          </a:xfrm>
          <a:prstGeom prst="roundRect">
            <a:avLst>
              <a:gd name="adj" fmla="val 3571"/>
            </a:avLst>
          </a:prstGeom>
          <a:solidFill>
            <a:srgbClr val="E3F2FD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2926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⚔ Arena 竞技场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97680" y="3291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第二·最高营销价值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97680" y="356616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PVP核心玩法，天梯排名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天梯冲分/以弱胜强/公平竞技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素材：15s竖屏×3版 | TikTok/YT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955280" y="2834640"/>
            <a:ext cx="3566160" cy="2560320"/>
          </a:xfrm>
          <a:prstGeom prst="roundRect">
            <a:avLst>
              <a:gd name="adj" fmla="val 3571"/>
            </a:avLst>
          </a:prstGeom>
          <a:solidFill>
            <a:srgbClr val="FFF3E0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0" y="2926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🏰 PVE 模式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0" y="3291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第三·留存利器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0" y="356616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降低门槛，新手友好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通关成就感/组队副本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素材：15-30s | YT/TikTok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5577840"/>
            <a:ext cx="10972800" cy="731520"/>
          </a:xfrm>
          <a:prstGeom prst="roundRect">
            <a:avLst>
              <a:gd name="adj" fmla="val 12500"/>
            </a:avLst>
          </a:prstGeom>
          <a:solidFill>
            <a:srgbClr val="FFEBEE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6692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核心原则：留存是最优先目标 | 发行活动只辅助触达，不承担留存 | ingame痛点改动 &gt;&gt; 外围活动 | 评分3.8紧急触发线→目标4.0+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小花 🌸 | GNG 7月大版本发行方案 v4 | P3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目标用户估算逻辑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TA不是"所有MOBA用户" —— 而是经过 年龄×品类偏好×市场渗透率×转化率 筛选后的实际可触达用户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572000" cy="411480"/>
          </a:xfrm>
          <a:prstGeom prst="roundRect">
            <a:avLst>
              <a:gd name="adj" fmla="val 22222"/>
            </a:avLst>
          </a:prstGeom>
          <a:solidFill>
            <a:srgbClr val="E3F2F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984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总人口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6080" y="129844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例：印尼2.8亿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783080"/>
            <a:ext cx="4297680" cy="411480"/>
          </a:xfrm>
          <a:prstGeom prst="roundRect">
            <a:avLst>
              <a:gd name="adj" fmla="val 22222"/>
            </a:avLst>
          </a:prstGeom>
          <a:solidFill>
            <a:srgbClr val="E3F2FD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013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网民/智能手机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0" y="18013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×80%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286000"/>
            <a:ext cx="4023360" cy="411480"/>
          </a:xfrm>
          <a:prstGeom prst="roundRect">
            <a:avLst>
              <a:gd name="adj" fmla="val 22222"/>
            </a:avLst>
          </a:prstGeom>
          <a:solidFill>
            <a:srgbClr val="E8F5E9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3042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年龄段(16-30)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23042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×~25%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2788920"/>
            <a:ext cx="3749040" cy="411480"/>
          </a:xfrm>
          <a:prstGeom prst="roundRect">
            <a:avLst>
              <a:gd name="adj" fmla="val 22222"/>
            </a:avLst>
          </a:prstGeom>
          <a:solidFill>
            <a:srgbClr val="FFF3E0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28072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品类偏好(竞技/MOBA)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26080" y="28072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×~15%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5840" y="3291840"/>
            <a:ext cx="3474720" cy="411480"/>
          </a:xfrm>
          <a:prstGeom prst="roundRect">
            <a:avLst>
              <a:gd name="adj" fmla="val 22222"/>
            </a:avLst>
          </a:prstGeom>
          <a:solidFill>
            <a:srgbClr val="FFF3E0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33101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市场渗透率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26080" y="33101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×High/Growing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143000" y="3794760"/>
            <a:ext cx="3200400" cy="411480"/>
          </a:xfrm>
          <a:prstGeom prst="roundRect">
            <a:avLst>
              <a:gd name="adj" fmla="val 22222"/>
            </a:avLst>
          </a:prstGeom>
          <a:solidFill>
            <a:srgbClr val="FFEBEE"/>
          </a:solidFill>
          <a:ln/>
        </p:spPr>
      </p:sp>
      <p:sp>
        <p:nvSpPr>
          <p:cNvPr id="21" name="Text 19"/>
          <p:cNvSpPr/>
          <p:nvPr/>
        </p:nvSpPr>
        <p:spPr>
          <a:xfrm>
            <a:off x="1325880" y="38130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Reachable TA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926080" y="381304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最终可触达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03520" y="1280160"/>
            <a:ext cx="6126480" cy="2011680"/>
          </a:xfrm>
          <a:prstGeom prst="roundRect">
            <a:avLst>
              <a:gd name="adj" fmla="val 4545"/>
            </a:avLst>
          </a:prstGeom>
          <a:solidFill>
            <a:srgbClr val="FFF8E1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0" y="1371600"/>
            <a:ext cx="5760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拉美MOBA渗透说明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MLBB全球MAU ~24.6M，巴西/墨西哥仅列"Growing"（非High）。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MOBA在拉美体量远小于SEA，TA规模应保守估算。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参考：MLBB Brazil #7全球兴趣 | Wild Rift在BR/MX有渗透但无官方数据。
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 = MOBA成熟市场（MLBB/AOV统治）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LATAM = MOBA发展中市场（LoL PC传承，手游渗透低）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小花 🌸 | GNG 7月大版本发行方案 v4 | P4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目标用户规模估算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 = 网民 × 年龄段 × 品类偏好 × 市场渗透率 × 转化率（所有漏斗均需相乘）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09728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645920"/>
                <a:gridCol w="4114800"/>
                <a:gridCol w="24688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市场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优先级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Reachable 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参考游戏/用户来源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MOBA渗透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🇮🇩 印尼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最优先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1-3M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MLBB High / AOV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🇻🇳 越南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最优先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0.8-2M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AOV MAU ~4-6M（已验证）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🇧🇷 巴西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第二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0.3-0.8M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MLBB Growing #7 | 全新用户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🇲🇽 墨西哥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第三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0.3-0.8M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 Growing + MLBB Growing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🇦🇷 阿根廷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第四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0.1-0.3M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LoL PC传承 / WR渗透低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🇨🇱 智利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第五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0.05-0.2M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LoL PC传承 / WR渗透低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三层漏斗估算</a:t>
            </a:r>
            <a:endParaRPr lang="en-US" sz="14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14800"/>
          <a:ext cx="10972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200400"/>
                <a:gridCol w="3200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市场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MOBA品类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次核心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竞技+地牢RPG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泛用户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动作轻度+世界杯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🇮🇩 印尼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1-3M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3-6M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8-15M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🇻🇳 越南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0.8-2M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2-4M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5-10M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🇧🇷 巴西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0.3-0.8M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1-2M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4-8M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🇲🇽 墨西哥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0.3-0.8M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1-2M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3-6M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🇦🇷 阿根廷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0.1-0.3M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0.3-0.8M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1-2M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🇨🇱 智利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0.05-0.2M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0.2-0.5M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0.5-1M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= MOBA品类活跃玩家 | 次核心 = 竞技+地牢RPG兴趣 | 泛用户 = 动作轻度+世界杯流量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小花 🌸 | GNG 7月大版本发行方案 v4 | P5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竞品分析：手游近战搜打撤赛道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手游「中世纪地牢 + 近战 + Extraction + 英雄技能」= 真正品类空白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0972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286000"/>
                <a:gridCol w="914400"/>
                <a:gridCol w="914400"/>
                <a:gridCol w="48463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手游竞品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品类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近战?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中世纪?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与GNG差异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Arena Breakout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FPS写实Extraction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写实FPS，P2W争议，15-30分钟局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Delta Force Mobile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FPS写实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Extraction是附加非核心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MISFITZ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Top-down卡通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最接近但非中世纪/地牢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Roads of Ruin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Top-down ARPG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RPG而非Extraction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017520"/>
            <a:ext cx="10972800" cy="1645920"/>
          </a:xfrm>
          <a:prstGeom prst="roundRect">
            <a:avLst>
              <a:gd name="adj" fmla="val 5556"/>
            </a:avLst>
          </a:prstGeom>
          <a:solidFill>
            <a:srgbClr val="E3F2FD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310896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PC/Console 参考（用户认知来源，无手游版本）
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Dark and Darker（Ironmace）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中世纪地牢PvPvE Extraction，Steam Early Access
   峰值同时在线25万+，Krafton持有手游授权（尚未上线）| 最直接参考
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Hunt: Showdown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西部+哥特Extraction，近战+枪械混合
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Escape from Tarkov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硬核Extraction开创者，纯FPS，非近战
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4846320"/>
            <a:ext cx="10972800" cy="1371600"/>
          </a:xfrm>
          <a:prstGeom prst="roundRect">
            <a:avLst>
              <a:gd name="adj" fmla="val 6667"/>
            </a:avLst>
          </a:prstGeom>
          <a:solidFill>
            <a:srgbClr val="FFEBEE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493776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小花判断 🌸
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移动端近战搜打撤赛道 = 蓝海。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手游竞品全部是FPS/TPS或Top-down，无一是中世纪近战地牢Extraction。
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最大威胁：Dark and Darker手游版（Krafton授权）。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一旦上线将直接竞争。
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窗口期策略：在DaD手游上线前建立用户基础和品牌认知。需持续监控DaD手游开发进展。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小花 🌸 | GNG 7月大版本发行方案 v4 | P6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区域差异化宣传策略（口径×受众×Key Message）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0972800" cy="1737360"/>
          </a:xfrm>
          <a:prstGeom prst="roundRect">
            <a:avLst>
              <a:gd name="adj" fmla="val 5263"/>
            </a:avLst>
          </a:prstGeom>
          <a:solidFill>
            <a:srgbClr val="E8F5E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8686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🌏 ID/VN（老市场·版本更新）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口径：7月大版本上线，所有人一起回归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新玩家：上手容易，PVE入门，10-20分钟一局地牢探险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老玩家：Arena+PVE+3C升级，你知道该回来了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Message：版本回来了，这次不一样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10972800" cy="1737360"/>
          </a:xfrm>
          <a:prstGeom prst="roundRect">
            <a:avLst>
              <a:gd name="adj" fmla="val 5263"/>
            </a:avLst>
          </a:prstGeom>
          <a:solidFill>
            <a:srgbClr val="E3F2F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8892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🌎 CO/MX + AR/CL（南北开放）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口径：南北同步开放，拉美终于全面开放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北部(CO/MX)：回归玩家 + 全面开放庆祝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南部(AR/CL)：全新市场，冷启动获量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Message：终于等到你！南北全面开放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4663440"/>
            <a:ext cx="10972800" cy="1737360"/>
          </a:xfrm>
          <a:prstGeom prst="roundRect">
            <a:avLst>
              <a:gd name="adj" fmla="val 5263"/>
            </a:avLst>
          </a:prstGeom>
          <a:solidFill>
            <a:srgbClr val="FFF3E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70916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🇧🇷 巴西（全新市场·无老用户）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502920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口径：全新游戏上线，近战地牢搜打撤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无老用户基础（停服太久），按新游戏发行处理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重点：品类认知建立 + 3C升级后MOBA式爽感展示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不打情怀牌，打新鲜感 + Free Fire社群渗透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Message：中世纪地牢冒险，进去搜刮活着出来就是你的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小花 🌸 | GNG 7月大版本发行方案 v4 | P7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新老用户差异化策略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5303520" cy="3657600"/>
          </a:xfrm>
          <a:prstGeom prst="roundRect">
            <a:avLst>
              <a:gd name="adj" fmla="val 2500"/>
            </a:avLst>
          </a:prstGeom>
          <a:solidFill>
            <a:srgbClr val="E3F2F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老用户策略 — 召回为主（ID/VN）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口径：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Arena回来了，你还在吗？
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召回渠道：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Email/Push定向 + Discord激活 + 再营销广告
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召回钩子：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Arena新玩法 + 登录送限定皮肤
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专属活动：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Arena传说杯（老玩家天梯赛）
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老带新：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邀请新玩家得Arena限定货币
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D7留存目标：≥50%（有基础的老玩家更高）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126480" y="822960"/>
            <a:ext cx="5303520" cy="3657600"/>
          </a:xfrm>
          <a:prstGeom prst="roundRect">
            <a:avLst>
              <a:gd name="adj" fmla="val 2500"/>
            </a:avLst>
          </a:prstGeom>
          <a:solidFill>
            <a:srgbClr val="FFF3E0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914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🆕 新用户策略 — 转化为主（全市场）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0" y="137160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口径：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进地牢搜刮，活着出来就是你的
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转化渠道：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TikTok有机 + YouTube教学 + KOC种子
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转化钩子：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PVE低门槛（新手友好）+ 3C升级展示
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专属活动：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新人地牢周（全通送稀有装备）
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新手引导：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3分钟入门 + Arena新手专属天梯
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D7留存目标：≥25%（目标） / ≥20%（及格）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4663440"/>
            <a:ext cx="10972800" cy="54864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7091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共同KPI：D2 ≥ 50%（必须） | 老用户召回率 ≥ 15% | Arena老用户参与率 ≥ 60% / 新用户 ≥ 40%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小花 🌸 | GNG 7月大版本发行方案 v4 | P8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 Breakdown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留存为核心 | 优先素材：Arena + 组队类 | BP等付费内容不宣传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0972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2743200"/>
                <a:gridCol w="1828800"/>
                <a:gridCol w="27432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素材类型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目标受众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内容方向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格式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渠道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Arena 实况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竞技型玩家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天梯冲分/以弱胜强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15s竖屏×3版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TikTok/YT Reels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Arena 真人反应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泛用户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开黑翻车集锦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竖屏×2版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TikTok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PVE 实录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新手玩家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新手友好/通关成就感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15-30s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YT/TikTok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3C 对比(旧vs新)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所有用户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Camera/打击感升级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并排对比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YT/FB/买量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新英雄展示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核心用户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技能展示/强度分析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10s技能+立绘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YT/KOC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组队开黑片段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社交型玩家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和朋友一起玩的乐趣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竖/横版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TikTok/FB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迷因向短剪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MZ世代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地牢翻车搞笑集锦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5-10s梗视频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TikTok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World Cup绑定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所有用户(MX)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世界杯热点+Arena地图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5-15s热点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TikTok有机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小花 🌸 | GNG 7月大版本发行方案 v4 | P9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KOC 爆发策略（替代KOL投放）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测试期预算有限，不走KOL路线。利用KOC种子用户做有机传播爆发。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E8F5E9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801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 Easy Play, Easy Win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给KOC方向+资源+持续沟通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5K Gold/视频，最多4视频/周期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Top10获官方推广+$50 ad boost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每周检查performance metrics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18872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E3F2FD"/>
          </a:solidFill>
          <a:ln/>
        </p:spPr>
      </p:sp>
      <p:sp>
        <p:nvSpPr>
          <p:cNvPr id="9" name="Text 7"/>
          <p:cNvSpPr/>
          <p:nvPr/>
        </p:nvSpPr>
        <p:spPr>
          <a:xfrm>
            <a:off x="6263640" y="12801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Arena 挑战赛（UGC）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63640" y="164592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Arena冲分挑战赛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KOC参与有奖（皮肤/Gold）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赛事内容二创传播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锚定「Arena回来了」舆论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FF3E0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5661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老玩家召回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93192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定向邀请老测试玩家回归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提供Arena独占体验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口碑裂变：老带新奖励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Discord/FB社群激活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347472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FEBEE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35661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⚽ World Cup绑定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393192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蹭世界杯话题做内容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Arena世界杯地图上线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Predict the Exit话题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比赛日有机爆发（不花钱买量）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5943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CPM参考（实际验证）：YouTube $0.29 · TikTok $0.56 · UGC活动 $2.31（KOC有机传播CPM极低）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小花 🌸 | GNG 7月大版本发行方案 v4 | P10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预算分配建议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参考预算：$50-100K/月（测试期，KOC为主，不使用KOL）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09728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371600"/>
                <a:gridCol w="6400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渠道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预算占比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说明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UAC（搜索+Play）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主渠道，历史验证最稳定，打底获量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TikTok 付费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有机放大，世界杯绑定，配合KOC内容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YouTube 付费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内容沉淀，品牌认知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KOC 合作（种子用户）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有机爆发，Star Cultivation Program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474720"/>
            <a:ext cx="10972800" cy="548640"/>
          </a:xfrm>
          <a:prstGeom prst="roundRect">
            <a:avLst>
              <a:gd name="adj" fmla="val 16667"/>
            </a:avLst>
          </a:prstGeom>
          <a:solidFill>
            <a:srgbClr val="E3F2FD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35204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ASA = Apple Search Ads（苹果搜索广告）— App Store付费搜索流量，精准但量小。测试期可小预算额外测试（不含在上述占比内）。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小花 🌸 | GNG 7月大版本发行方案 v4 | P11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越南暑假非世界杯国家策略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越南暑假(6-8月)与世界杯(6月中-7月)重叠。非世界杯国家，蹭热度有限，需本地化独立打法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566160" cy="2560320"/>
          </a:xfrm>
          <a:prstGeom prst="roundRect">
            <a:avLst>
              <a:gd name="adj" fmla="val 3571"/>
            </a:avLst>
          </a:prstGeom>
          <a:solidFill>
            <a:srgbClr val="E8F5E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🏟 Arena Challenge Tournament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383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本地赛事：Arena冲分挑战赛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奖品：本地热门（手机/手柄/充值卡）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KOC参与门槛低，二创自然传播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口号：Arena暑假杯，等你来战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06240" y="1188720"/>
            <a:ext cx="3566160" cy="2560320"/>
          </a:xfrm>
          <a:prstGeom prst="roundRect">
            <a:avLst>
              <a:gd name="adj" fmla="val 3571"/>
            </a:avLst>
          </a:prstGeom>
          <a:solidFill>
            <a:srgbClr val="E3F2FD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1280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 本地KOC种子内容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0" y="1645920"/>
            <a:ext cx="3383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本地KOC（越南语）制作内容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Arena真实对战+地牢探险片段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有机传播为主，不花大钱买量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UGC挑战：最好笑翻车集锦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955280" y="1188720"/>
            <a:ext cx="3566160" cy="2560320"/>
          </a:xfrm>
          <a:prstGeom prst="roundRect">
            <a:avLst>
              <a:gd name="adj" fmla="val 3571"/>
            </a:avLst>
          </a:prstGeom>
          <a:solidFill>
            <a:srgbClr val="FFF3E0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0" y="1280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 暑假专属ingame活动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0" y="1645920"/>
            <a:ext cx="3383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暑假限定地图（越南风格地牢）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登录送暑假限定皮肤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组队开黑奖励加成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低门槛参与，高社交传播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10972800" cy="457200"/>
          </a:xfrm>
          <a:prstGeom prst="roundRect">
            <a:avLst>
              <a:gd name="adj" fmla="val 20000"/>
            </a:avLst>
          </a:prstGeom>
          <a:solidFill>
            <a:srgbClr val="FFF8E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776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预算：Minimal — 包含在现有KOC预算内。本地KOC合作+少量OM素材费用，不单独申请预算。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小花 🌸 | GNG 7月大版本发行方案 v4 | P12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推广时间轴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全部目标市场7月同步上线（ID/VN/MX + AR/BR/CL）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09728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371600"/>
                <a:gridCol w="84124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时间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阶段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关键动作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停服维护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评分改善(修核心差评问题)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本地化启动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KOC种子名单确认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预热期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KOC种子内容开始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Discord社群激活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Arena开发日志释放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预约+预热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预约页面开放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World Cup预热绑定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KOC挑战赛启动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广告素材制作完成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7月初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大版本上线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T-7:Arena预告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T日:全渠道上线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AR/CL/BR同步开服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World Cup有机爆发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7月后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留存运营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D2/D7数据追踪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评分监控(目标4.0+)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KOC持续运营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Phase2评估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小花 🌸 | GNG 7月大版本发行方案 v4 | P13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关键指标与决策点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10972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1828800"/>
                <a:gridCol w="2286000"/>
                <a:gridCol w="22860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指标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红线 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及格线 ⚠️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目标 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监控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D2 (R2)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&lt;45%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&gt;55%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D7 (R7)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&lt;15%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&gt;25%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评分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&lt;3.8 启动预案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&gt;4.2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&gt;$1.0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&lt;$0.65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&lt;$0.40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Organic%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&lt;20%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&gt;40%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老用户召回率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&lt;10%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&gt;20%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T+30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老用户D7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&lt;40%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&gt;60%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Arena参与率(老)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&lt;40%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&gt;70%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T+14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Arena参与率(新)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&lt;25%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&gt;50%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T+14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4048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E8F5E9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393192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推进软发布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D2≥50% + D7≥20%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评分≥4.0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CPR可控，渠道效率验证通过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126480" y="384048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FFEBEE"/>
          </a:solidFill>
          <a:ln/>
        </p:spPr>
      </p:sp>
      <p:sp>
        <p:nvSpPr>
          <p:cNvPr id="8" name="Text 5"/>
          <p:cNvSpPr/>
          <p:nvPr/>
        </p:nvSpPr>
        <p:spPr>
          <a:xfrm>
            <a:off x="6309360" y="393192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继续优化，不放量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D7&lt;20% → 产品问题优先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D2&lt;50% → 新手体验问题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评分&lt;3.8 → 紧急预案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小花 🌸 | GNG 7月大版本发行方案 v4 | P14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外挂后置处理策略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行业参考：Valorant（每日Ban+设备指纹）· Apex（EA anticheat）· PUBG Mobile（硬件封禁+统计异常检测）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每日Ban名单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每日检测并Ban作弊账号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公开Ban名单（威慑）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参考：Valorant每日Ban公示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280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设备指纹封禁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0" y="160020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IMEI/MAC/硬件关联封禁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换账号无法解封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对批量工作室最有效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1280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统计异常检测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160020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AI检测异常数据（爆头率/轨迹）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配合人工复查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减少误封保护正常玩家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961120" y="11887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/>
        </p:spPr>
      </p:sp>
      <p:sp>
        <p:nvSpPr>
          <p:cNvPr id="15" name="Text 13"/>
          <p:cNvSpPr/>
          <p:nvPr/>
        </p:nvSpPr>
        <p:spPr>
          <a:xfrm>
            <a:off x="9052560" y="1280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📢 公开Ban公告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052560" y="160020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每周官方公示Ban名单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社媒传播正向舆论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认真做反外挂=口碑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10972800" cy="457200"/>
          </a:xfrm>
          <a:prstGeom prst="roundRect">
            <a:avLst>
              <a:gd name="adj" fmla="val 20000"/>
            </a:avLst>
          </a:prstGeom>
          <a:solidFill>
            <a:srgbClr val="E8F5E9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461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核心原则：宁可少Ban不错Ban — 误封比漏封更伤玩家信任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小花 🌸 | GNG 7月大版本发行方案 v4 | P15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立即行动项（4-6月停服维护期）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109728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72400"/>
                <a:gridCol w="22860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优先级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行动项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截止时间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评分改善 — 修核心差评问题（3.8紧急触发线→目标4.0）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持续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印尼/越南/巴西本地化完成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6月中前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KOC种子名单确认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5月底前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广告素材制作：Arena实况×3 / PVE实录 / 3C对比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6月中前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预约页面开放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6月中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Discord社区激活（持续运营）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持续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World Cup热点内容储备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6月初前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KOC Arena挑战赛规则设计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5月底前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智利/阿根廷本地化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7月前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巴西Free Fire社群打入（KOC种子）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6月底前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日本市场评估（Q3决策）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小花 🌸 | GNG 7月大版本发行方案 v4 | P15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7月核心任务：TA重新验证设计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3C大改后MOBA用户是否仍是最佳TA？不能假设，必须验证。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分层Campaign结构（Google UAC）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09728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572000"/>
                <a:gridCol w="47548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Campaign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受众定向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验证目的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Camp-A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MOBA受众包（MLBB/AOV/WR兴趣）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验证MOBA用户留存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Camp-B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RPG/地牢受众包（地牢/暗黑/Extraction）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验证品类核心用户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Camp-C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泛竞技受众包（FPS/BR/Action）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验证泛用户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Camp-D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Broad（无定向）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对照组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108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验证报告模板（T+30输出）</a:t>
            </a:r>
            <a:endParaRPr lang="en-US" sz="13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74720"/>
          <a:ext cx="10972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1097280"/>
                <a:gridCol w="1097280"/>
                <a:gridCol w="1097280"/>
                <a:gridCol w="1097280"/>
                <a:gridCol w="4114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TA层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预算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安装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结论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最佳/次优/淘汰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RPG/地牢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泛竞技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5029200"/>
            <a:ext cx="10972800" cy="1188720"/>
          </a:xfrm>
          <a:prstGeom prst="roundRect">
            <a:avLst>
              <a:gd name="adj" fmla="val 7692"/>
            </a:avLst>
          </a:prstGeom>
          <a:solidFill>
            <a:srgbClr val="FFF8E1"/>
          </a:solidFill>
          <a:ln/>
        </p:spPr>
      </p:sp>
      <p:sp>
        <p:nvSpPr>
          <p:cNvPr id="10" name="Text 6"/>
          <p:cNvSpPr/>
          <p:nvPr/>
        </p:nvSpPr>
        <p:spPr>
          <a:xfrm>
            <a:off x="640080" y="512064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为什么要重新验证？
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前几次测试中MOBA用户留存最好 — 但那时核心玩法不同
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7月3C升级迎合MOBA爽感 → 理论上MOBA用户应该更好，但需要数据确认
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如果RPG/地牢用户反而D7更高 → 后续软发布的TA定义需要调整
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结论直接影响后续所有OM预算分配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小花 🌸 | GNG 7月大版本发行方案 v4 | P16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评分管理策略（最大单点风险）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当前3.7 → 3.8紧急触发线 → 目标4.0+ | 评分每降0.1，获量成本上升10-15%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303520" cy="2560320"/>
          </a:xfrm>
          <a:prstGeom prst="roundRect">
            <a:avLst>
              <a:gd name="adj" fmla="val 3571"/>
            </a:avLst>
          </a:prstGeom>
          <a:solidFill>
            <a:srgbClr val="E3F2F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关服期（4-6月）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回复所有1-2星差评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响应率影响算法权重
   • 约5-10%用户会修改评分
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差评主题分类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服务器/操作手感/外挂/匹配
   • 标注7月版本是否修复
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准备评分引导策略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确定弹窗时机和文案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准备A/B测试方案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188720"/>
            <a:ext cx="5303520" cy="2560320"/>
          </a:xfrm>
          <a:prstGeom prst="roundRect">
            <a:avLst>
              <a:gd name="adj" fmla="val 3571"/>
            </a:avLst>
          </a:prstGeom>
          <a:solidFill>
            <a:srgbClr val="E8F5E9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280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开服后（关键72小时）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164592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评分引导弹窗时机：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✅ 首次Arena胜利后
  ✅ 首次PVE通关后
  ✅ 连续登录3天后
  ❌ 首次死亡后（绝对不要）
  ❌ 付费弹窗后
</a:t>
            </a:r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每日评分战报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新增评价数/星级分布/差评主题
  • 每日同步团队群
</a:t>
            </a:r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差评快速响应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1星差评2小时内回复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10972800" cy="1828800"/>
          </a:xfrm>
          <a:prstGeom prst="roundRect">
            <a:avLst>
              <a:gd name="adj" fmla="val 5000"/>
            </a:avLst>
          </a:prstGeom>
          <a:solidFill>
            <a:srgbClr val="FFEBE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02336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紧急预案SOP（评分 &lt; 3.8 触发）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38912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立即暂停OM投放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（低评分时投放=浪费钱，用户看到3.7就走了）
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差评分析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：提取最近48小时1-2星差评，归类主题
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产品紧急修复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：Top 1差评主题如果是bug，24小时内hotfix
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公告策略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：社群/商店页发布"我们听到了+正在修"的公告
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恢复标准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：连续3天评分≥3.8 → 恢复OM投放
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评分不是辅助指标 — 它是OM效率的前提条件。3.5以下Google Play会主动限流。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小花 🌸 | GNG 7月大版本发行方案 v4 | P17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区域对比看板（每周填报）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全区同步上线 = 必须有标准化对比框架，数据驱动决策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113385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188720"/>
                <a:gridCol w="1188720"/>
                <a:gridCol w="1188720"/>
                <a:gridCol w="1188720"/>
                <a:gridCol w="1188720"/>
                <a:gridCol w="30175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指标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🇮🇩 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🇻🇳 VN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🇲🇽 MX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🇧🇷 BR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🇦🇷 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🇨🇱 CL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判断标准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≥50%及格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≥20%及格 ≥25%目标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&lt;$0.65及格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Organic%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≥30%及格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评分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≥4.0目标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TA最佳层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MOBA/RPG/泛竞技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决策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加投/优化/止损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023360"/>
            <a:ext cx="3474720" cy="1645920"/>
          </a:xfrm>
          <a:prstGeom prst="roundRect">
            <a:avLst>
              <a:gd name="adj" fmla="val 5556"/>
            </a:avLst>
          </a:prstGeom>
          <a:solidFill>
            <a:srgbClr val="E8F5E9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11480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加投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D7 ≥ 目标线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CPR 可控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评分 ≥ 4.0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增加30-50%预算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206240" y="4023360"/>
            <a:ext cx="3474720" cy="1645920"/>
          </a:xfrm>
          <a:prstGeom prst="roundRect">
            <a:avLst>
              <a:gd name="adj" fmla="val 5556"/>
            </a:avLst>
          </a:prstGeom>
          <a:solidFill>
            <a:srgbClr val="FFF3E0"/>
          </a:solidFill>
          <a:ln/>
        </p:spPr>
      </p:sp>
      <p:sp>
        <p:nvSpPr>
          <p:cNvPr id="9" name="Text 6"/>
          <p:cNvSpPr/>
          <p:nvPr/>
        </p:nvSpPr>
        <p:spPr>
          <a:xfrm>
            <a:off x="4389120" y="411480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优化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D7 及格但CPR偏高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或 评分 3.8-4.0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优化素材/定向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不加预算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955280" y="4023360"/>
            <a:ext cx="3474720" cy="1645920"/>
          </a:xfrm>
          <a:prstGeom prst="roundRect">
            <a:avLst>
              <a:gd name="adj" fmla="val 5556"/>
            </a:avLst>
          </a:prstGeom>
          <a:solidFill>
            <a:srgbClr val="FFEBEE"/>
          </a:solidFill>
          <a:ln/>
        </p:spPr>
      </p:sp>
      <p:sp>
        <p:nvSpPr>
          <p:cNvPr id="11" name="Text 8"/>
          <p:cNvSpPr/>
          <p:nvPr/>
        </p:nvSpPr>
        <p:spPr>
          <a:xfrm>
            <a:off x="8138160" y="411480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止损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D7 &lt; 及格线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或 评分 &lt; 3.8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暂停投放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资源转移到优质区域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小花 🌸 游戏发行专家</dc:creator>
  <cp:lastModifiedBy>小花 🌸 游戏发行专家</cp:lastModifiedBy>
  <cp:revision>1</cp:revision>
  <dcterms:created xsi:type="dcterms:W3CDTF">2026-04-13T09:23:29Z</dcterms:created>
  <dcterms:modified xsi:type="dcterms:W3CDTF">2026-04-13T09:23:29Z</dcterms:modified>
</cp:coreProperties>
</file>