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0"/>
            <a:ext cx="73152" cy="18288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554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spc="400" kern="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 AND GLORY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8016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7月大版本完整发行策略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 ·  PVE  ·  3C升级  ·  UA买量  ·  本地化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80160" y="3657600"/>
            <a:ext cx="22860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  |  Confidential — Internal Use Only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产品核心定位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058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“进去抢，活着出来就是你的”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G&amp;G 核心 USP，Mobile Extraction Shooter 独家机制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069080" cy="13258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11680"/>
            <a:ext cx="54864" cy="1325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2176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中世纪地牢 Extraction RPG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5–15分钟快节奏单局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赛季制 + 英雄收集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011680"/>
            <a:ext cx="4069080" cy="13258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5" name="Shape 13"/>
          <p:cNvSpPr/>
          <p:nvPr/>
        </p:nvSpPr>
        <p:spPr>
          <a:xfrm>
            <a:off x="4617720" y="2011680"/>
            <a:ext cx="54864" cy="1325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03520" y="2176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2606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端独家 Extraction Shooter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风险回报机制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死后全失的刺激感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4069080" cy="13258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520440"/>
            <a:ext cx="54864" cy="13258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3685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当前状态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评分：3.7 ⚠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已测试：墨西哥、哥伦比亚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服务器：4–6月停服维护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520440"/>
            <a:ext cx="4069080" cy="13258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3520440"/>
            <a:ext cx="54864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03520" y="3685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7月目标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00600" y="4114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7月大版本发布在即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3.7分是市场门槛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目标：7月前改善至 3.8–4.0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7月大版本核心内容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三大营销素材支柱（按重要度排序）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34747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80160" y="1965960"/>
            <a:ext cx="1005840" cy="100584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⚔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竞技场 Arena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PVP核心玩法，天梯/排名，可做大量内容素材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天梯冲分 / 以弱胜强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公平竞技 / 新手逆袭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地牢风险回报 / 装备驱动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4526280"/>
            <a:ext cx="2011680" cy="237744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526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最高营销价值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280160"/>
            <a:ext cx="2651760" cy="34747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114800" y="1965960"/>
            <a:ext cx="1005840" cy="100584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🗺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338328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 模式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8328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降低门槛，留存友好，适合「新手友好」叙事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00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新手友好 / 通关成就感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剧情体验 / 组队副本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11880" y="4526280"/>
            <a:ext cx="2011680" cy="237744"/>
          </a:xfrm>
          <a:prstGeom prst="rect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4526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留存利器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1280160"/>
            <a:ext cx="2651760" cy="34747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6949440" y="1965960"/>
            <a:ext cx="1005840" cy="100584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🎮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621792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 核心升级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1792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+ Camera + Character 整体升级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易用性（视野） · 操作性（精准度）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打击感（反馈） · 策略性（观察）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46520" y="4526280"/>
            <a:ext cx="2011680" cy="237744"/>
          </a:xfrm>
          <a:prstGeom prst="rect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4526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核心玩法质变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三个内容支柱构成7月营销的核心素材库，所有广告素材、KOL合作均围绕这三个展开。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宣传讯息层级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60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核心USP：进去抢，活着出来就是你的（Extraction Shooter独家机制）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18745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— 竞技刺激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切入角度：Arena天梯 / 以弱胜强 / 公平竞技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0" y="1828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目标用户：竞技型玩家 / BR玩家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21214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内容：地牢风险回报 / 装备驱动 / 死后全失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8229600" cy="7315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42032"/>
            <a:ext cx="54864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2679192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26334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— 社交组队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2926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切入角度：和朋友下地牢 / 组队开黑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0" y="26334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目标用户：社交型玩家 / 东南亚/拉美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2926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内容：10-15分钟快节奏 / 碎片时间友好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346704"/>
            <a:ext cx="8229600" cy="7315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346704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48386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160" y="34381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— 新手友好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37307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切入角度：PVE降门槛 / 3C升级上手更容易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34381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目标用户：泛用户 / 女性用户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0" y="37307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内容：3C升级后视野更广 / 操作更精准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151376"/>
            <a:ext cx="8229600" cy="7315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151376"/>
            <a:ext cx="54864" cy="7315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4" name="Shape 32"/>
          <p:cNvSpPr/>
          <p:nvPr/>
        </p:nvSpPr>
        <p:spPr>
          <a:xfrm>
            <a:off x="658368" y="4288536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280160" y="42428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— 视觉冲击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80160" y="45354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切入角度：3C对比 / 打击感展示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0" y="4242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目标用户：所有用户 / 视觉型玩家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40480" y="45354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内容：Camera变更前后对比 / 战斗特效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Glory - 发行策略</dc:title>
  <dc:subject>PptxGenJS Presentation</dc:subject>
  <dc:creator>Ops Team</dc:creator>
  <cp:lastModifiedBy>Ops Team</cp:lastModifiedBy>
  <cp:revision>1</cp:revision>
  <dcterms:created xsi:type="dcterms:W3CDTF">2026-04-08T10:32:24Z</dcterms:created>
  <dcterms:modified xsi:type="dcterms:W3CDTF">2026-04-08T10:32:24Z</dcterms:modified>
</cp:coreProperties>
</file>