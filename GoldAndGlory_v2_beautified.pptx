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182880" cy="1828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4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 AND GLORY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7月大版本发行方案 v2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 ·  PVE  ·  3C升级  ·  留存为核心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3474720"/>
            <a:ext cx="22860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  |  Confidential — Internal Use Only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8404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36192"/>
            <a:ext cx="2651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亚洲（印尼/越南）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74650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92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老市场版本更新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34086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7月大版本上线，所有人一起回归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93522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80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081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 | 老玩家：内容更新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12394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270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版本回来了，内容更多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2651760" cy="38404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100584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1536192"/>
            <a:ext cx="26517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拉美（CO/MX）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29000" y="174650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1691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1892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新市场开放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234086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3611880" y="2286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2900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北部（CO/MX）+ 南部（AR/CL）同步开放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293522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3611880" y="2880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29000" y="3081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北部回归玩家 + 南部新玩家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9000" y="352958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3611880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按需，OM为主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412394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3611880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29000" y="4270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终于等到你！南北全面开放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1005840"/>
            <a:ext cx="2651760" cy="38404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5" name="Shape 43"/>
          <p:cNvSpPr/>
          <p:nvPr/>
        </p:nvSpPr>
        <p:spPr>
          <a:xfrm>
            <a:off x="6126480" y="1536192"/>
            <a:ext cx="265176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63640" y="174650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16916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性质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63640" y="18928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时隔1年首次开服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234086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286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核心口径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63640" y="2487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服务器回来了，欢迎老玩家回归，新玩家加入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293522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4" name="Text 52"/>
          <p:cNvSpPr/>
          <p:nvPr/>
        </p:nvSpPr>
        <p:spPr>
          <a:xfrm>
            <a:off x="6446520" y="2880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受众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63640" y="3081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老玩家召回为主，新玩家补充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63640" y="352958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7" name="Text 55"/>
          <p:cNvSpPr/>
          <p:nvPr/>
        </p:nvSpPr>
        <p:spPr>
          <a:xfrm>
            <a:off x="6446520" y="3474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KOL/KOC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63640" y="3675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老玩家召回侧重点，预算允许下可做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4123944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0" name="Text 58"/>
          <p:cNvSpPr/>
          <p:nvPr/>
        </p:nvSpPr>
        <p:spPr>
          <a:xfrm>
            <a:off x="6446520" y="4069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63640" y="4270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服务器回来了，你还在吗？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FB923C">
              <a:alpha val="1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非正式上线（测试阶段），预算有限。OM为主，KOL/KOC按区域单独评估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全部目标市场7月同步上线（ID/VN/MX + AR/BR/CL）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91440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965960"/>
            <a:ext cx="457200" cy="4572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服务器维护，素材储备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19659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本地化冲刺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ID/VN/BR 本地化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96596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预热期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 + 预约开放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9659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大版本爆发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全力投放 + KOL爆发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1965960"/>
            <a:ext cx="457200" cy="45720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468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长尾运营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赛季内容更新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准备期（4-6月）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本地化完成（ID/VN/BR）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广告素材制作完成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4023360" cy="16459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200400"/>
            <a:ext cx="54864" cy="1645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爆发期（7月）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35661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T-3: 预告片上线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T日: Mid/Macro KOL同步爆发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T+7: 全渠道买量加投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T+14: BP发售+限量皮肤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目标市场分层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611880" y="1600200"/>
            <a:ext cx="1920240" cy="1920240"/>
          </a:xfrm>
          <a:prstGeom prst="ellipse">
            <a:avLst/>
          </a:prstGeom>
          <a:solidFill>
            <a:srgbClr val="1A1025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965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7月同步上线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2801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280160"/>
            <a:ext cx="45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🇮🇩 印尼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280160"/>
            <a:ext cx="4572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🇻🇳 越南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5176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🇲🇽 墨西哥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65176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0" y="2651760"/>
            <a:ext cx="45720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65176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931920"/>
            <a:ext cx="45720" cy="5943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🇨🇴 哥伦比亚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43891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4389120"/>
            <a:ext cx="45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43891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🇦🇷 阿根廷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9319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3931920"/>
            <a:ext cx="45720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39319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🇨🇱 智利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06640" y="3474720"/>
            <a:ext cx="1234440" cy="5943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34747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3474720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美国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“进去抢，活着出来就是你的”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G&amp;G 核心 USP，Mobile Extraction Shooter 独家机制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5–15分钟快节奏单局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赛季制 + 英雄收集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617720" y="2011680"/>
            <a:ext cx="54864" cy="1325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03520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端独家 Extraction Shooter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风险回报机制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死后全失的刺激感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54864" cy="132588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评分：3.7 ⚠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已测试：墨西哥、哥伦比亚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服务器：4–6月停服维护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520440"/>
            <a:ext cx="4069080" cy="13258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3520440"/>
            <a:ext cx="54864" cy="1325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0352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7月目标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7月大版本发布在即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3.7分是市场门槛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目标：7月前改善至 3.8–4.0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7月大版本核心内容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三大营销素材支柱（按重要度排序）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280160" y="1965960"/>
            <a:ext cx="1005840" cy="100584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⚔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竞技场 Arena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PVP核心玩法，天梯/排名，可做大量内容素材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天梯冲分 / 以弱胜强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公平竞技 / 新手逆袭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地牢风险回报 / 装备驱动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最高营销价值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#2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114800" y="1965960"/>
            <a:ext cx="1005840" cy="100584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🗺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38328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模式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降低门槛，留存友好，适合「新手友好」叙事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新手友好 / 通关成就感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剧情体验 / 组队副本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留存利器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949440" y="1965960"/>
            <a:ext cx="1005840" cy="100584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0" y="1965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🎮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 核心升级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Camera + Character 整体升级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易用性（视野） · 操作性（精准度）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打击感（反馈） · 策略性（观察）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核心玩法质变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三个内容支柱构成7月营销的核心素材库，所有广告素材、KOL合作均围绕这三个展开。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宣传讯息层级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核心USP：进去抢，活着出来就是你的（Extraction Shooter独家机制）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373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1874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竞技刺激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切入角度：Arena天梯 / 以弱胜强 / 公平竞技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目标用户：竞技型玩家 / BR玩家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1214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内容：地牢风险回报 / 装备驱动 / 死后全失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542032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社交组队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926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切入角度：和朋友下地牢 / 组队开黑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目标用户：社交型玩家 / 东南亚/拉美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2926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内容：10-15分钟快节奏 / 碎片时间友好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46704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48386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3438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— 新手友好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37307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切入角度：PVE降门槛 / 3C升级上手更容易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4381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目标用户：泛用户 / 女性用户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7307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内容：3C升级后视野更广 / 操作更精准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51376"/>
            <a:ext cx="8229600" cy="73152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4151376"/>
            <a:ext cx="54864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" y="4288536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80160" y="42428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— 视觉冲击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切入角度：3C对比 / 打击感展示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4242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目标用户：所有用户 / 视觉型玩家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840480" y="453542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内容：Camera变更前后对比 / 战斗特效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素材细化（按渠道/格式/受众）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素材类型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914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914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Arena实况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325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竞技型玩家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 / 以弱胜强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258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15s竖屏×3版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325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TikTok/YT Reels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764792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Arena真人反应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764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开黑翻车集锦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6479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竖屏×2版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7647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03704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PVE实录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新手玩家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新手友好 / 通关成就感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203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15-30s版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220370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YT/TikTok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42616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3C对比（旧vs新）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6426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视觉冲击 / 打击感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64261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并排对比视频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6426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YT/FB/买量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081528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新英雄展示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30815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核心用户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技能展示 / 强度分析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08152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10s技能+立绘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0815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YT/KOL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组队开黑片段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5204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社交型玩家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和朋友一起玩的乐趣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520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竖屏/横版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35204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TikTok/FB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59352"/>
            <a:ext cx="8229600" cy="438912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迷因向短剪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9593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泛用户/MZ世代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32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地牢翻车搞笑集锦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959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5-10s梗视频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395935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398264"/>
            <a:ext cx="8229600" cy="438912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玩家UGC二创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3982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所有用户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3832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官方转发激励扩散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39826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6480" y="43982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社媒矩阵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预计素材总量：各市场约 100-200 个组合，优先测试 Arena + 组队类素材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KOL矩阵（分层 × 宣传点 × CPM）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类型：泛游戏主播为主，不采用纯垂类/Vtuber | OM为主，KOL按需决策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704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17043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17043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17043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17043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对应宣传点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170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切入角度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581912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581912"/>
            <a:ext cx="457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819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KOL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158191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158191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巴西/墨西哥/哥伦比亚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158191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58191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1+2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15819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品牌背书 + 泛用户破圈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221992"/>
            <a:ext cx="8229600" cy="6400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2221992"/>
            <a:ext cx="4572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219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KOL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222199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10–100万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222199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YouTube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51960" y="222199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222199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221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深度实况 + Arena/PVE体验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2862072"/>
            <a:ext cx="8229600" cy="64008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2862072"/>
            <a:ext cx="457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8620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KOL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34440" y="286207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1–10万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65960" y="286207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印尼/越南/巴西/墨西哥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28620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286207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80760" y="28620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素人口碑 + 真实反应 + Meme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502152"/>
            <a:ext cx="8229600" cy="640080"/>
          </a:xfrm>
          <a:prstGeom prst="rect">
            <a:avLst/>
          </a:prstGeom>
          <a:solidFill>
            <a:srgbClr val="251A35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502152"/>
            <a:ext cx="45720" cy="6400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5021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KOL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34440" y="3502152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1万以下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965960" y="3502152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全部5国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Discord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51960" y="350215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74920" y="3502152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2+4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3502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UGC扩散 + 种子用户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CPM数据来源：G&amp;G印尼历史数据验证（TikTok官方$0.56、YouTube官方$0.29、KOL合作$10-20）；实际CPM因市场/季节浮动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11556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115568"/>
            <a:ext cx="176022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0" y="105156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年轻用户主力平台 · CPM $0.5-1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20240" y="189280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3" name="Shape 11"/>
          <p:cNvSpPr/>
          <p:nvPr/>
        </p:nvSpPr>
        <p:spPr>
          <a:xfrm>
            <a:off x="1920240" y="1892808"/>
            <a:ext cx="1257300" cy="2926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1828800"/>
            <a:ext cx="411480" cy="4114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触达面广 · CPM $2-3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UAC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267004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2670048"/>
            <a:ext cx="1005840" cy="2926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26060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Play双覆盖 · CPM $3-5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KOL合作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920240" y="344728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920240" y="3447288"/>
            <a:ext cx="754380" cy="2926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Shape 24"/>
          <p:cNvSpPr/>
          <p:nvPr/>
        </p:nvSpPr>
        <p:spPr>
          <a:xfrm>
            <a:off x="7040880" y="338328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泛游戏主播为主 · CPM $10-15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ASO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920240" y="4224528"/>
            <a:ext cx="5029200" cy="292608"/>
          </a:xfrm>
          <a:prstGeom prst="rect">
            <a:avLst/>
          </a:prstGeom>
          <a:solidFill>
            <a:srgbClr val="3D29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920240" y="4224528"/>
            <a:ext cx="251460" cy="292608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32" name="Shape 30"/>
          <p:cNvSpPr/>
          <p:nvPr/>
        </p:nvSpPr>
        <p:spPr>
          <a:xfrm>
            <a:off x="7040880" y="4160520"/>
            <a:ext cx="411480" cy="411480"/>
          </a:xfrm>
          <a:prstGeom prst="ellipse">
            <a:avLst/>
          </a:prstGeom>
          <a:solidFill>
            <a:srgbClr val="A0A0B0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98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里程碑传播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CPM数据来源：G&amp;G印尼历史数据（TikTok官方$0.56、YouTube官方$0.29、KOL $10-20）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立即行动项（4–6月）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停服维护期 · 准备冲刺阶段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— 最高优先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1325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评分改善（3.7→3.8，目标4.0）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印尼/越南/巴西本地化（6月中前）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KOL名单确认（5月底前）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广告素材制作（6月中前）：Arena实况×3版 / PVE实录 / 3C对比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14600"/>
            <a:ext cx="73152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solidFill>
            <a:srgbClr val="FB923C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24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重要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606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预约页面开放（6月中）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Discord社区激活（持续）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买量素材制作（TikTok竖屏各2版）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749040"/>
            <a:ext cx="73152" cy="1143000"/>
          </a:xfrm>
          <a:prstGeom prst="rect">
            <a:avLst/>
          </a:prstGeom>
          <a:solidFill>
            <a:srgbClr val="A0A0B0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solidFill>
            <a:srgbClr val="A0A0B0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8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跟进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3794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68880" y="3840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智利/阿根廷/美国本地化（7月前）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日本市场评估（Q3决策）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KOL正式合作谈判（6月前）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2316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确认7月大版本最终上线日期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23774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377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启动印尼/越南/巴西本地化工作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828800" y="2926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接触首批 Nano + Micro KOL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28800" y="347472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 Arena 真机实况素材（第一批）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645920" y="4206240"/>
            <a:ext cx="5852160" cy="54864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420624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4206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目标：7月爆发期全力冲击下载 + 榜单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64592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600" kern="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- 7月大版本发行方案 v2</dc:title>
  <dc:subject>PptxGenJS Presentation</dc:subject>
  <dc:creator>Ops Team</dc:creator>
  <cp:lastModifiedBy>Ops Team</cp:lastModifiedBy>
  <cp:revision>1</cp:revision>
  <dcterms:created xsi:type="dcterms:W3CDTF">2026-04-08T10:39:34Z</dcterms:created>
  <dcterms:modified xsi:type="dcterms:W3CDTF">2026-04-08T10:39:34Z</dcterms:modified>
</cp:coreProperties>
</file>